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9.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2" r:id="rId7"/>
    <p:sldId id="263" r:id="rId8"/>
    <p:sldId id="266" r:id="rId9"/>
    <p:sldId id="276" r:id="rId10"/>
    <p:sldId id="277" r:id="rId11"/>
    <p:sldId id="265" r:id="rId12"/>
    <p:sldId id="268" r:id="rId13"/>
    <p:sldId id="278" r:id="rId14"/>
    <p:sldId id="261" r:id="rId15"/>
    <p:sldId id="270" r:id="rId16"/>
    <p:sldId id="271" r:id="rId17"/>
    <p:sldId id="272" r:id="rId18"/>
    <p:sldId id="273" r:id="rId19"/>
    <p:sldId id="279"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36"/>
    <p:restoredTop sz="31481"/>
  </p:normalViewPr>
  <p:slideViewPr>
    <p:cSldViewPr snapToGrid="0" snapToObjects="1">
      <p:cViewPr varScale="1">
        <p:scale>
          <a:sx n="30" d="100"/>
          <a:sy n="30" d="100"/>
        </p:scale>
        <p:origin x="26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ata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5.png"/><Relationship Id="rId7" Type="http://schemas.openxmlformats.org/officeDocument/2006/relationships/image" Target="../media/image21.svg"/><Relationship Id="rId2" Type="http://schemas.openxmlformats.org/officeDocument/2006/relationships/image" Target="../media/image24.png"/><Relationship Id="rId1" Type="http://schemas.openxmlformats.org/officeDocument/2006/relationships/image" Target="../media/image23.pn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26.png"/></Relationships>
</file>

<file path=ppt/diagrams/_rels/data1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image" Target="../media/image19.svg"/><Relationship Id="rId4" Type="http://schemas.openxmlformats.org/officeDocument/2006/relationships/image" Target="../media/image2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dgm:fillClrLst>
    <dgm:linClrLst meth="repeat">
      <a:schemeClr val="lt1">
        <a:alpha val="0"/>
      </a:schemeClr>
    </dgm:linClrLst>
    <dgm:effectClrLst/>
    <dgm:txLinClrLst/>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dgm:fillClrLst>
    <dgm:linClrLst meth="repeat">
      <a:schemeClr val="lt1">
        <a:alpha val="0"/>
      </a:schemeClr>
    </dgm:linClrLst>
    <dgm:effectClrLst/>
    <dgm:txLinClrLst/>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58D942-BCA4-461B-8D47-08AACA90F31E}" type="doc">
      <dgm:prSet loTypeId="urn:microsoft.com/office/officeart/2008/layout/AlternatingHexagons" loCatId="list" qsTypeId="urn:microsoft.com/office/officeart/2005/8/quickstyle/simple1" qsCatId="simple" csTypeId="urn:microsoft.com/office/officeart/2005/8/colors/accent0_3" csCatId="mainScheme"/>
      <dgm:spPr/>
      <dgm:t>
        <a:bodyPr/>
        <a:lstStyle/>
        <a:p>
          <a:endParaRPr lang="en-US"/>
        </a:p>
      </dgm:t>
    </dgm:pt>
    <dgm:pt modelId="{931E18D1-7C69-424E-97FB-13147A81F73A}">
      <dgm:prSet/>
      <dgm:spPr/>
      <dgm:t>
        <a:bodyPr/>
        <a:lstStyle/>
        <a:p>
          <a:r>
            <a:rPr lang="en-US"/>
            <a:t>Donovan Brooks</a:t>
          </a:r>
        </a:p>
      </dgm:t>
    </dgm:pt>
    <dgm:pt modelId="{CA801643-3E10-43A6-B963-D82DC744029F}" type="parTrans" cxnId="{7983F797-3115-4899-86BA-40D7D6DE72D4}">
      <dgm:prSet/>
      <dgm:spPr/>
      <dgm:t>
        <a:bodyPr/>
        <a:lstStyle/>
        <a:p>
          <a:endParaRPr lang="en-US"/>
        </a:p>
      </dgm:t>
    </dgm:pt>
    <dgm:pt modelId="{06BC7771-E10B-47F1-9249-FB181A10F8D8}" type="sibTrans" cxnId="{7983F797-3115-4899-86BA-40D7D6DE72D4}">
      <dgm:prSet/>
      <dgm:spPr/>
      <dgm:t>
        <a:bodyPr/>
        <a:lstStyle/>
        <a:p>
          <a:endParaRPr lang="en-US"/>
        </a:p>
      </dgm:t>
    </dgm:pt>
    <dgm:pt modelId="{4F491388-EE66-4C42-84BA-C09328D1F348}">
      <dgm:prSet/>
      <dgm:spPr/>
      <dgm:t>
        <a:bodyPr/>
        <a:lstStyle/>
        <a:p>
          <a:r>
            <a:rPr lang="en-US"/>
            <a:t>ECE 441 Senior Project</a:t>
          </a:r>
        </a:p>
      </dgm:t>
    </dgm:pt>
    <dgm:pt modelId="{43C76745-C56D-4119-B814-1EEBFB688099}" type="parTrans" cxnId="{569B049D-B560-4E1C-898C-68C0DA03D477}">
      <dgm:prSet/>
      <dgm:spPr/>
      <dgm:t>
        <a:bodyPr/>
        <a:lstStyle/>
        <a:p>
          <a:endParaRPr lang="en-US"/>
        </a:p>
      </dgm:t>
    </dgm:pt>
    <dgm:pt modelId="{22723E35-57CC-41E0-8863-03845B4F11F0}" type="sibTrans" cxnId="{569B049D-B560-4E1C-898C-68C0DA03D477}">
      <dgm:prSet/>
      <dgm:spPr/>
      <dgm:t>
        <a:bodyPr/>
        <a:lstStyle/>
        <a:p>
          <a:endParaRPr lang="en-US"/>
        </a:p>
      </dgm:t>
    </dgm:pt>
    <dgm:pt modelId="{3F70A7B6-9696-4032-8E69-88863862FDE3}">
      <dgm:prSet/>
      <dgm:spPr/>
      <dgm:t>
        <a:bodyPr/>
        <a:lstStyle/>
        <a:p>
          <a:r>
            <a:rPr lang="en-US"/>
            <a:t>May 4, 2026</a:t>
          </a:r>
        </a:p>
      </dgm:t>
    </dgm:pt>
    <dgm:pt modelId="{F7BD63EF-0FEE-4913-A38D-B4EFC76EF472}" type="parTrans" cxnId="{54329510-340D-43A2-BC24-E654A5337C4F}">
      <dgm:prSet/>
      <dgm:spPr/>
      <dgm:t>
        <a:bodyPr/>
        <a:lstStyle/>
        <a:p>
          <a:endParaRPr lang="en-US"/>
        </a:p>
      </dgm:t>
    </dgm:pt>
    <dgm:pt modelId="{BCD9EEAC-0E6F-483D-929A-B726A56ACA94}" type="sibTrans" cxnId="{54329510-340D-43A2-BC24-E654A5337C4F}">
      <dgm:prSet/>
      <dgm:spPr/>
      <dgm:t>
        <a:bodyPr/>
        <a:lstStyle/>
        <a:p>
          <a:endParaRPr lang="en-US"/>
        </a:p>
      </dgm:t>
    </dgm:pt>
    <dgm:pt modelId="{63A5B658-2FA3-7A4A-81DD-0AED59F85E73}" type="pres">
      <dgm:prSet presAssocID="{F958D942-BCA4-461B-8D47-08AACA90F31E}" presName="Name0" presStyleCnt="0">
        <dgm:presLayoutVars>
          <dgm:chMax/>
          <dgm:chPref/>
          <dgm:dir/>
          <dgm:animLvl val="lvl"/>
        </dgm:presLayoutVars>
      </dgm:prSet>
      <dgm:spPr/>
    </dgm:pt>
    <dgm:pt modelId="{C8A274FA-F86E-A941-8F2B-4EBB16061A69}" type="pres">
      <dgm:prSet presAssocID="{931E18D1-7C69-424E-97FB-13147A81F73A}" presName="composite" presStyleCnt="0"/>
      <dgm:spPr/>
    </dgm:pt>
    <dgm:pt modelId="{82C3779A-108B-D041-90BC-D2444EC6F22C}" type="pres">
      <dgm:prSet presAssocID="{931E18D1-7C69-424E-97FB-13147A81F73A}" presName="Parent1" presStyleLbl="node1" presStyleIdx="0" presStyleCnt="6">
        <dgm:presLayoutVars>
          <dgm:chMax val="1"/>
          <dgm:chPref val="1"/>
          <dgm:bulletEnabled val="1"/>
        </dgm:presLayoutVars>
      </dgm:prSet>
      <dgm:spPr/>
    </dgm:pt>
    <dgm:pt modelId="{95AAFB49-7739-BF41-B866-230C1DF1B317}" type="pres">
      <dgm:prSet presAssocID="{931E18D1-7C69-424E-97FB-13147A81F73A}" presName="Childtext1" presStyleLbl="revTx" presStyleIdx="0" presStyleCnt="3">
        <dgm:presLayoutVars>
          <dgm:chMax val="0"/>
          <dgm:chPref val="0"/>
          <dgm:bulletEnabled val="1"/>
        </dgm:presLayoutVars>
      </dgm:prSet>
      <dgm:spPr/>
    </dgm:pt>
    <dgm:pt modelId="{AE639422-AC2A-7240-AA8B-CD71A4823B4D}" type="pres">
      <dgm:prSet presAssocID="{931E18D1-7C69-424E-97FB-13147A81F73A}" presName="BalanceSpacing" presStyleCnt="0"/>
      <dgm:spPr/>
    </dgm:pt>
    <dgm:pt modelId="{371C7EE1-AC38-B54F-B843-5A6BA218E2CE}" type="pres">
      <dgm:prSet presAssocID="{931E18D1-7C69-424E-97FB-13147A81F73A}" presName="BalanceSpacing1" presStyleCnt="0"/>
      <dgm:spPr/>
    </dgm:pt>
    <dgm:pt modelId="{978814DC-2446-7848-BACD-0DA2D62AA997}" type="pres">
      <dgm:prSet presAssocID="{06BC7771-E10B-47F1-9249-FB181A10F8D8}" presName="Accent1Text" presStyleLbl="node1" presStyleIdx="1" presStyleCnt="6"/>
      <dgm:spPr/>
    </dgm:pt>
    <dgm:pt modelId="{DC372D6B-92C8-D249-9A08-3C4ED0C0AAFD}" type="pres">
      <dgm:prSet presAssocID="{06BC7771-E10B-47F1-9249-FB181A10F8D8}" presName="spaceBetweenRectangles" presStyleCnt="0"/>
      <dgm:spPr/>
    </dgm:pt>
    <dgm:pt modelId="{25911F9B-913A-B244-9D33-19129C531A80}" type="pres">
      <dgm:prSet presAssocID="{4F491388-EE66-4C42-84BA-C09328D1F348}" presName="composite" presStyleCnt="0"/>
      <dgm:spPr/>
    </dgm:pt>
    <dgm:pt modelId="{0421566E-86B2-3044-AAE3-DE65226705EC}" type="pres">
      <dgm:prSet presAssocID="{4F491388-EE66-4C42-84BA-C09328D1F348}" presName="Parent1" presStyleLbl="node1" presStyleIdx="2" presStyleCnt="6">
        <dgm:presLayoutVars>
          <dgm:chMax val="1"/>
          <dgm:chPref val="1"/>
          <dgm:bulletEnabled val="1"/>
        </dgm:presLayoutVars>
      </dgm:prSet>
      <dgm:spPr/>
    </dgm:pt>
    <dgm:pt modelId="{56A6AEC0-D19A-0846-A21C-40831820FA2B}" type="pres">
      <dgm:prSet presAssocID="{4F491388-EE66-4C42-84BA-C09328D1F348}" presName="Childtext1" presStyleLbl="revTx" presStyleIdx="1" presStyleCnt="3">
        <dgm:presLayoutVars>
          <dgm:chMax val="0"/>
          <dgm:chPref val="0"/>
          <dgm:bulletEnabled val="1"/>
        </dgm:presLayoutVars>
      </dgm:prSet>
      <dgm:spPr/>
    </dgm:pt>
    <dgm:pt modelId="{12D9BA0E-E29C-6F45-84A3-5FB3C0F45D5B}" type="pres">
      <dgm:prSet presAssocID="{4F491388-EE66-4C42-84BA-C09328D1F348}" presName="BalanceSpacing" presStyleCnt="0"/>
      <dgm:spPr/>
    </dgm:pt>
    <dgm:pt modelId="{E9A05468-CCE9-0A4C-8221-FD0798A7043F}" type="pres">
      <dgm:prSet presAssocID="{4F491388-EE66-4C42-84BA-C09328D1F348}" presName="BalanceSpacing1" presStyleCnt="0"/>
      <dgm:spPr/>
    </dgm:pt>
    <dgm:pt modelId="{3B0166E6-D6F3-3744-B5BD-082E433B4E52}" type="pres">
      <dgm:prSet presAssocID="{22723E35-57CC-41E0-8863-03845B4F11F0}" presName="Accent1Text" presStyleLbl="node1" presStyleIdx="3" presStyleCnt="6"/>
      <dgm:spPr/>
    </dgm:pt>
    <dgm:pt modelId="{E180A136-09C7-0944-9B23-8E2AD50FDF1E}" type="pres">
      <dgm:prSet presAssocID="{22723E35-57CC-41E0-8863-03845B4F11F0}" presName="spaceBetweenRectangles" presStyleCnt="0"/>
      <dgm:spPr/>
    </dgm:pt>
    <dgm:pt modelId="{57BF767D-B2FD-1944-959B-4304616339BC}" type="pres">
      <dgm:prSet presAssocID="{3F70A7B6-9696-4032-8E69-88863862FDE3}" presName="composite" presStyleCnt="0"/>
      <dgm:spPr/>
    </dgm:pt>
    <dgm:pt modelId="{A97A62B0-672F-E14A-B515-AE79F0A623A9}" type="pres">
      <dgm:prSet presAssocID="{3F70A7B6-9696-4032-8E69-88863862FDE3}" presName="Parent1" presStyleLbl="node1" presStyleIdx="4" presStyleCnt="6">
        <dgm:presLayoutVars>
          <dgm:chMax val="1"/>
          <dgm:chPref val="1"/>
          <dgm:bulletEnabled val="1"/>
        </dgm:presLayoutVars>
      </dgm:prSet>
      <dgm:spPr/>
    </dgm:pt>
    <dgm:pt modelId="{6EF1668A-0993-3541-8187-606265D39DC5}" type="pres">
      <dgm:prSet presAssocID="{3F70A7B6-9696-4032-8E69-88863862FDE3}" presName="Childtext1" presStyleLbl="revTx" presStyleIdx="2" presStyleCnt="3">
        <dgm:presLayoutVars>
          <dgm:chMax val="0"/>
          <dgm:chPref val="0"/>
          <dgm:bulletEnabled val="1"/>
        </dgm:presLayoutVars>
      </dgm:prSet>
      <dgm:spPr/>
    </dgm:pt>
    <dgm:pt modelId="{D4B61373-357C-9945-B4B2-F4662AFDA455}" type="pres">
      <dgm:prSet presAssocID="{3F70A7B6-9696-4032-8E69-88863862FDE3}" presName="BalanceSpacing" presStyleCnt="0"/>
      <dgm:spPr/>
    </dgm:pt>
    <dgm:pt modelId="{390ED9C2-DB6B-4342-BFAC-B529F876162F}" type="pres">
      <dgm:prSet presAssocID="{3F70A7B6-9696-4032-8E69-88863862FDE3}" presName="BalanceSpacing1" presStyleCnt="0"/>
      <dgm:spPr/>
    </dgm:pt>
    <dgm:pt modelId="{4D8F4715-55E2-0743-A0DA-52CA4509CFD7}" type="pres">
      <dgm:prSet presAssocID="{BCD9EEAC-0E6F-483D-929A-B726A56ACA94}" presName="Accent1Text" presStyleLbl="node1" presStyleIdx="5" presStyleCnt="6"/>
      <dgm:spPr/>
    </dgm:pt>
  </dgm:ptLst>
  <dgm:cxnLst>
    <dgm:cxn modelId="{54329510-340D-43A2-BC24-E654A5337C4F}" srcId="{F958D942-BCA4-461B-8D47-08AACA90F31E}" destId="{3F70A7B6-9696-4032-8E69-88863862FDE3}" srcOrd="2" destOrd="0" parTransId="{F7BD63EF-0FEE-4913-A38D-B4EFC76EF472}" sibTransId="{BCD9EEAC-0E6F-483D-929A-B726A56ACA94}"/>
    <dgm:cxn modelId="{D8BB542A-22C7-624B-AA85-258EA7E1F658}" type="presOf" srcId="{4F491388-EE66-4C42-84BA-C09328D1F348}" destId="{0421566E-86B2-3044-AAE3-DE65226705EC}" srcOrd="0" destOrd="0" presId="urn:microsoft.com/office/officeart/2008/layout/AlternatingHexagons"/>
    <dgm:cxn modelId="{CE998F48-038F-B648-B320-9C41C212EDF6}" type="presOf" srcId="{22723E35-57CC-41E0-8863-03845B4F11F0}" destId="{3B0166E6-D6F3-3744-B5BD-082E433B4E52}" srcOrd="0" destOrd="0" presId="urn:microsoft.com/office/officeart/2008/layout/AlternatingHexagons"/>
    <dgm:cxn modelId="{048E3360-50BD-FA41-BEF9-D50B7B5DADEE}" type="presOf" srcId="{06BC7771-E10B-47F1-9249-FB181A10F8D8}" destId="{978814DC-2446-7848-BACD-0DA2D62AA997}" srcOrd="0" destOrd="0" presId="urn:microsoft.com/office/officeart/2008/layout/AlternatingHexagons"/>
    <dgm:cxn modelId="{C370AC72-ECBC-064C-A106-7C9F4B06CC1B}" type="presOf" srcId="{3F70A7B6-9696-4032-8E69-88863862FDE3}" destId="{A97A62B0-672F-E14A-B515-AE79F0A623A9}" srcOrd="0" destOrd="0" presId="urn:microsoft.com/office/officeart/2008/layout/AlternatingHexagons"/>
    <dgm:cxn modelId="{57612C95-8665-1644-9556-3288CF9E8FDC}" type="presOf" srcId="{BCD9EEAC-0E6F-483D-929A-B726A56ACA94}" destId="{4D8F4715-55E2-0743-A0DA-52CA4509CFD7}" srcOrd="0" destOrd="0" presId="urn:microsoft.com/office/officeart/2008/layout/AlternatingHexagons"/>
    <dgm:cxn modelId="{7983F797-3115-4899-86BA-40D7D6DE72D4}" srcId="{F958D942-BCA4-461B-8D47-08AACA90F31E}" destId="{931E18D1-7C69-424E-97FB-13147A81F73A}" srcOrd="0" destOrd="0" parTransId="{CA801643-3E10-43A6-B963-D82DC744029F}" sibTransId="{06BC7771-E10B-47F1-9249-FB181A10F8D8}"/>
    <dgm:cxn modelId="{569B049D-B560-4E1C-898C-68C0DA03D477}" srcId="{F958D942-BCA4-461B-8D47-08AACA90F31E}" destId="{4F491388-EE66-4C42-84BA-C09328D1F348}" srcOrd="1" destOrd="0" parTransId="{43C76745-C56D-4119-B814-1EEBFB688099}" sibTransId="{22723E35-57CC-41E0-8863-03845B4F11F0}"/>
    <dgm:cxn modelId="{E46692CD-C406-284F-93E3-C0B2FC80F586}" type="presOf" srcId="{F958D942-BCA4-461B-8D47-08AACA90F31E}" destId="{63A5B658-2FA3-7A4A-81DD-0AED59F85E73}" srcOrd="0" destOrd="0" presId="urn:microsoft.com/office/officeart/2008/layout/AlternatingHexagons"/>
    <dgm:cxn modelId="{A94CD3F5-DC65-3D4F-897F-B05E7548BB28}" type="presOf" srcId="{931E18D1-7C69-424E-97FB-13147A81F73A}" destId="{82C3779A-108B-D041-90BC-D2444EC6F22C}" srcOrd="0" destOrd="0" presId="urn:microsoft.com/office/officeart/2008/layout/AlternatingHexagons"/>
    <dgm:cxn modelId="{6D66C2DA-02C1-8F4D-ADD7-347875289195}" type="presParOf" srcId="{63A5B658-2FA3-7A4A-81DD-0AED59F85E73}" destId="{C8A274FA-F86E-A941-8F2B-4EBB16061A69}" srcOrd="0" destOrd="0" presId="urn:microsoft.com/office/officeart/2008/layout/AlternatingHexagons"/>
    <dgm:cxn modelId="{963D8136-2C99-924D-9028-33475DC18D14}" type="presParOf" srcId="{C8A274FA-F86E-A941-8F2B-4EBB16061A69}" destId="{82C3779A-108B-D041-90BC-D2444EC6F22C}" srcOrd="0" destOrd="0" presId="urn:microsoft.com/office/officeart/2008/layout/AlternatingHexagons"/>
    <dgm:cxn modelId="{30120D8A-EA23-5446-9D80-114F5A8A604E}" type="presParOf" srcId="{C8A274FA-F86E-A941-8F2B-4EBB16061A69}" destId="{95AAFB49-7739-BF41-B866-230C1DF1B317}" srcOrd="1" destOrd="0" presId="urn:microsoft.com/office/officeart/2008/layout/AlternatingHexagons"/>
    <dgm:cxn modelId="{6805A72E-20CA-7F45-BCFB-C22E1B6E7AAE}" type="presParOf" srcId="{C8A274FA-F86E-A941-8F2B-4EBB16061A69}" destId="{AE639422-AC2A-7240-AA8B-CD71A4823B4D}" srcOrd="2" destOrd="0" presId="urn:microsoft.com/office/officeart/2008/layout/AlternatingHexagons"/>
    <dgm:cxn modelId="{6C82E7FB-23DF-7D41-B295-1BEF67034B3F}" type="presParOf" srcId="{C8A274FA-F86E-A941-8F2B-4EBB16061A69}" destId="{371C7EE1-AC38-B54F-B843-5A6BA218E2CE}" srcOrd="3" destOrd="0" presId="urn:microsoft.com/office/officeart/2008/layout/AlternatingHexagons"/>
    <dgm:cxn modelId="{B33AB05E-E5AE-DC4F-B73E-C383967EB1BF}" type="presParOf" srcId="{C8A274FA-F86E-A941-8F2B-4EBB16061A69}" destId="{978814DC-2446-7848-BACD-0DA2D62AA997}" srcOrd="4" destOrd="0" presId="urn:microsoft.com/office/officeart/2008/layout/AlternatingHexagons"/>
    <dgm:cxn modelId="{DE23CAF3-26DC-FD46-A246-9D05462B102C}" type="presParOf" srcId="{63A5B658-2FA3-7A4A-81DD-0AED59F85E73}" destId="{DC372D6B-92C8-D249-9A08-3C4ED0C0AAFD}" srcOrd="1" destOrd="0" presId="urn:microsoft.com/office/officeart/2008/layout/AlternatingHexagons"/>
    <dgm:cxn modelId="{1A85C25D-6A88-CD4C-9D63-D2ADCF0E901E}" type="presParOf" srcId="{63A5B658-2FA3-7A4A-81DD-0AED59F85E73}" destId="{25911F9B-913A-B244-9D33-19129C531A80}" srcOrd="2" destOrd="0" presId="urn:microsoft.com/office/officeart/2008/layout/AlternatingHexagons"/>
    <dgm:cxn modelId="{E1ADF4FA-0D4A-DE41-AFDD-D535AA56300E}" type="presParOf" srcId="{25911F9B-913A-B244-9D33-19129C531A80}" destId="{0421566E-86B2-3044-AAE3-DE65226705EC}" srcOrd="0" destOrd="0" presId="urn:microsoft.com/office/officeart/2008/layout/AlternatingHexagons"/>
    <dgm:cxn modelId="{F1BFDFF9-D799-074B-8893-1184A04F90EA}" type="presParOf" srcId="{25911F9B-913A-B244-9D33-19129C531A80}" destId="{56A6AEC0-D19A-0846-A21C-40831820FA2B}" srcOrd="1" destOrd="0" presId="urn:microsoft.com/office/officeart/2008/layout/AlternatingHexagons"/>
    <dgm:cxn modelId="{A9053364-C165-8349-9F73-1A3A4F767298}" type="presParOf" srcId="{25911F9B-913A-B244-9D33-19129C531A80}" destId="{12D9BA0E-E29C-6F45-84A3-5FB3C0F45D5B}" srcOrd="2" destOrd="0" presId="urn:microsoft.com/office/officeart/2008/layout/AlternatingHexagons"/>
    <dgm:cxn modelId="{87EF4048-AA30-E443-BFA3-BD4A73E7E03A}" type="presParOf" srcId="{25911F9B-913A-B244-9D33-19129C531A80}" destId="{E9A05468-CCE9-0A4C-8221-FD0798A7043F}" srcOrd="3" destOrd="0" presId="urn:microsoft.com/office/officeart/2008/layout/AlternatingHexagons"/>
    <dgm:cxn modelId="{E0773937-9611-9445-AA3B-57265A84C1D4}" type="presParOf" srcId="{25911F9B-913A-B244-9D33-19129C531A80}" destId="{3B0166E6-D6F3-3744-B5BD-082E433B4E52}" srcOrd="4" destOrd="0" presId="urn:microsoft.com/office/officeart/2008/layout/AlternatingHexagons"/>
    <dgm:cxn modelId="{AD858FBC-63EC-C349-81B3-D80FD7B13D75}" type="presParOf" srcId="{63A5B658-2FA3-7A4A-81DD-0AED59F85E73}" destId="{E180A136-09C7-0944-9B23-8E2AD50FDF1E}" srcOrd="3" destOrd="0" presId="urn:microsoft.com/office/officeart/2008/layout/AlternatingHexagons"/>
    <dgm:cxn modelId="{C9B9AC66-3CA2-7C4A-838A-532432E82D17}" type="presParOf" srcId="{63A5B658-2FA3-7A4A-81DD-0AED59F85E73}" destId="{57BF767D-B2FD-1944-959B-4304616339BC}" srcOrd="4" destOrd="0" presId="urn:microsoft.com/office/officeart/2008/layout/AlternatingHexagons"/>
    <dgm:cxn modelId="{6FBB4D79-09E1-5044-B9E9-5B12E49936AB}" type="presParOf" srcId="{57BF767D-B2FD-1944-959B-4304616339BC}" destId="{A97A62B0-672F-E14A-B515-AE79F0A623A9}" srcOrd="0" destOrd="0" presId="urn:microsoft.com/office/officeart/2008/layout/AlternatingHexagons"/>
    <dgm:cxn modelId="{794A2155-D029-5F4F-A46E-9457D79BF151}" type="presParOf" srcId="{57BF767D-B2FD-1944-959B-4304616339BC}" destId="{6EF1668A-0993-3541-8187-606265D39DC5}" srcOrd="1" destOrd="0" presId="urn:microsoft.com/office/officeart/2008/layout/AlternatingHexagons"/>
    <dgm:cxn modelId="{8EB0A290-9726-F343-855C-9382D1D15543}" type="presParOf" srcId="{57BF767D-B2FD-1944-959B-4304616339BC}" destId="{D4B61373-357C-9945-B4B2-F4662AFDA455}" srcOrd="2" destOrd="0" presId="urn:microsoft.com/office/officeart/2008/layout/AlternatingHexagons"/>
    <dgm:cxn modelId="{819F8547-F4F0-FF4D-A2CE-CF3F61EBE210}" type="presParOf" srcId="{57BF767D-B2FD-1944-959B-4304616339BC}" destId="{390ED9C2-DB6B-4342-BFAC-B529F876162F}" srcOrd="3" destOrd="0" presId="urn:microsoft.com/office/officeart/2008/layout/AlternatingHexagons"/>
    <dgm:cxn modelId="{C778D2F9-5C90-1849-A21D-E3081D76547C}" type="presParOf" srcId="{57BF767D-B2FD-1944-959B-4304616339BC}" destId="{4D8F4715-55E2-0743-A0DA-52CA4509CFD7}"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AAFEDB-A697-4E32-AD9B-01CE453434BF}" type="doc">
      <dgm:prSet loTypeId="urn:microsoft.com/office/officeart/2005/8/layout/vList2" loCatId="list" qsTypeId="urn:microsoft.com/office/officeart/2005/8/quickstyle/simple2" qsCatId="simple" csTypeId="urn:microsoft.com/office/officeart/2005/8/colors/accent0_3" csCatId="mainScheme" phldr="1"/>
      <dgm:spPr/>
      <dgm:t>
        <a:bodyPr/>
        <a:lstStyle/>
        <a:p>
          <a:endParaRPr lang="en-US"/>
        </a:p>
      </dgm:t>
    </dgm:pt>
    <dgm:pt modelId="{59A984F7-895A-49C6-BD0D-7A679D4FBDE5}">
      <dgm:prSet/>
      <dgm:spPr/>
      <dgm:t>
        <a:bodyPr/>
        <a:lstStyle/>
        <a:p>
          <a:r>
            <a:rPr lang="en-US" dirty="0"/>
            <a:t>Real-time monitoring of voltage, current, power, frequency, energy</a:t>
          </a:r>
        </a:p>
      </dgm:t>
    </dgm:pt>
    <dgm:pt modelId="{BA0B901B-D3F5-4CA3-8993-72A6320E541F}" type="parTrans" cxnId="{E240F229-88FD-47E3-AD77-D3AD80949D28}">
      <dgm:prSet/>
      <dgm:spPr/>
      <dgm:t>
        <a:bodyPr/>
        <a:lstStyle/>
        <a:p>
          <a:endParaRPr lang="en-US"/>
        </a:p>
      </dgm:t>
    </dgm:pt>
    <dgm:pt modelId="{F8421E89-F40B-46BE-9286-E5D1563C9218}" type="sibTrans" cxnId="{E240F229-88FD-47E3-AD77-D3AD80949D28}">
      <dgm:prSet/>
      <dgm:spPr/>
      <dgm:t>
        <a:bodyPr/>
        <a:lstStyle/>
        <a:p>
          <a:endParaRPr lang="en-US"/>
        </a:p>
      </dgm:t>
    </dgm:pt>
    <dgm:pt modelId="{826A7D27-802F-4E14-BC44-24A5312C1DAA}">
      <dgm:prSet/>
      <dgm:spPr/>
      <dgm:t>
        <a:bodyPr/>
        <a:lstStyle/>
        <a:p>
          <a:r>
            <a:rPr lang="en-US" dirty="0"/>
            <a:t>Built using ESP32 and PZEM-004T</a:t>
          </a:r>
        </a:p>
      </dgm:t>
    </dgm:pt>
    <dgm:pt modelId="{EE8ABE46-44E1-4225-A7B0-23F8E6EDDC4A}" type="parTrans" cxnId="{D35B8BCB-648D-4DEE-A3F4-9F20777143D7}">
      <dgm:prSet/>
      <dgm:spPr/>
      <dgm:t>
        <a:bodyPr/>
        <a:lstStyle/>
        <a:p>
          <a:endParaRPr lang="en-US"/>
        </a:p>
      </dgm:t>
    </dgm:pt>
    <dgm:pt modelId="{F577643C-0099-48C4-BEAC-C9055E1EDECE}" type="sibTrans" cxnId="{D35B8BCB-648D-4DEE-A3F4-9F20777143D7}">
      <dgm:prSet/>
      <dgm:spPr/>
      <dgm:t>
        <a:bodyPr/>
        <a:lstStyle/>
        <a:p>
          <a:endParaRPr lang="en-US"/>
        </a:p>
      </dgm:t>
    </dgm:pt>
    <dgm:pt modelId="{42903FF6-69F5-45CF-941C-598F8F826D93}">
      <dgm:prSet/>
      <dgm:spPr/>
      <dgm:t>
        <a:bodyPr/>
        <a:lstStyle/>
        <a:p>
          <a:r>
            <a:rPr lang="en-US" dirty="0"/>
            <a:t>Designed for low-cost, practical applications</a:t>
          </a:r>
        </a:p>
      </dgm:t>
    </dgm:pt>
    <dgm:pt modelId="{E40965CF-2290-45EE-BF48-B780A08E734D}" type="parTrans" cxnId="{4FBBD665-1128-4650-A10C-F59C7D6FF20B}">
      <dgm:prSet/>
      <dgm:spPr/>
      <dgm:t>
        <a:bodyPr/>
        <a:lstStyle/>
        <a:p>
          <a:endParaRPr lang="en-US"/>
        </a:p>
      </dgm:t>
    </dgm:pt>
    <dgm:pt modelId="{1F6F956B-7541-4AEE-8D62-6E7EFAA56E53}" type="sibTrans" cxnId="{4FBBD665-1128-4650-A10C-F59C7D6FF20B}">
      <dgm:prSet/>
      <dgm:spPr/>
      <dgm:t>
        <a:bodyPr/>
        <a:lstStyle/>
        <a:p>
          <a:endParaRPr lang="en-US"/>
        </a:p>
      </dgm:t>
    </dgm:pt>
    <dgm:pt modelId="{C033D6DB-E741-7E44-B205-84661537DD2D}" type="pres">
      <dgm:prSet presAssocID="{B1AAFEDB-A697-4E32-AD9B-01CE453434BF}" presName="linear" presStyleCnt="0">
        <dgm:presLayoutVars>
          <dgm:animLvl val="lvl"/>
          <dgm:resizeHandles val="exact"/>
        </dgm:presLayoutVars>
      </dgm:prSet>
      <dgm:spPr/>
    </dgm:pt>
    <dgm:pt modelId="{B94C2EB2-FEC8-6347-966D-F4FC603D2289}" type="pres">
      <dgm:prSet presAssocID="{59A984F7-895A-49C6-BD0D-7A679D4FBDE5}" presName="parentText" presStyleLbl="node1" presStyleIdx="0" presStyleCnt="3">
        <dgm:presLayoutVars>
          <dgm:chMax val="0"/>
          <dgm:bulletEnabled val="1"/>
        </dgm:presLayoutVars>
      </dgm:prSet>
      <dgm:spPr/>
    </dgm:pt>
    <dgm:pt modelId="{06DD2564-D351-A344-BB99-A22977B4FEB3}" type="pres">
      <dgm:prSet presAssocID="{F8421E89-F40B-46BE-9286-E5D1563C9218}" presName="spacer" presStyleCnt="0"/>
      <dgm:spPr/>
    </dgm:pt>
    <dgm:pt modelId="{68200CBE-39CD-7E40-9FFB-80FAD97426DA}" type="pres">
      <dgm:prSet presAssocID="{826A7D27-802F-4E14-BC44-24A5312C1DAA}" presName="parentText" presStyleLbl="node1" presStyleIdx="1" presStyleCnt="3">
        <dgm:presLayoutVars>
          <dgm:chMax val="0"/>
          <dgm:bulletEnabled val="1"/>
        </dgm:presLayoutVars>
      </dgm:prSet>
      <dgm:spPr/>
    </dgm:pt>
    <dgm:pt modelId="{C75221C9-0D51-FE42-9C75-8E460F94A51A}" type="pres">
      <dgm:prSet presAssocID="{F577643C-0099-48C4-BEAC-C9055E1EDECE}" presName="spacer" presStyleCnt="0"/>
      <dgm:spPr/>
    </dgm:pt>
    <dgm:pt modelId="{EF8F9840-4FCC-5A4F-B35E-B0ACF1C47E21}" type="pres">
      <dgm:prSet presAssocID="{42903FF6-69F5-45CF-941C-598F8F826D93}" presName="parentText" presStyleLbl="node1" presStyleIdx="2" presStyleCnt="3">
        <dgm:presLayoutVars>
          <dgm:chMax val="0"/>
          <dgm:bulletEnabled val="1"/>
        </dgm:presLayoutVars>
      </dgm:prSet>
      <dgm:spPr/>
    </dgm:pt>
  </dgm:ptLst>
  <dgm:cxnLst>
    <dgm:cxn modelId="{BF36BF19-0EC8-7D4C-82B1-C08EFEEF5867}" type="presOf" srcId="{59A984F7-895A-49C6-BD0D-7A679D4FBDE5}" destId="{B94C2EB2-FEC8-6347-966D-F4FC603D2289}" srcOrd="0" destOrd="0" presId="urn:microsoft.com/office/officeart/2005/8/layout/vList2"/>
    <dgm:cxn modelId="{E240F229-88FD-47E3-AD77-D3AD80949D28}" srcId="{B1AAFEDB-A697-4E32-AD9B-01CE453434BF}" destId="{59A984F7-895A-49C6-BD0D-7A679D4FBDE5}" srcOrd="0" destOrd="0" parTransId="{BA0B901B-D3F5-4CA3-8993-72A6320E541F}" sibTransId="{F8421E89-F40B-46BE-9286-E5D1563C9218}"/>
    <dgm:cxn modelId="{4FBBD665-1128-4650-A10C-F59C7D6FF20B}" srcId="{B1AAFEDB-A697-4E32-AD9B-01CE453434BF}" destId="{42903FF6-69F5-45CF-941C-598F8F826D93}" srcOrd="2" destOrd="0" parTransId="{E40965CF-2290-45EE-BF48-B780A08E734D}" sibTransId="{1F6F956B-7541-4AEE-8D62-6E7EFAA56E53}"/>
    <dgm:cxn modelId="{55A45DCB-0E9C-C14A-89AC-0512080DE512}" type="presOf" srcId="{B1AAFEDB-A697-4E32-AD9B-01CE453434BF}" destId="{C033D6DB-E741-7E44-B205-84661537DD2D}" srcOrd="0" destOrd="0" presId="urn:microsoft.com/office/officeart/2005/8/layout/vList2"/>
    <dgm:cxn modelId="{D35B8BCB-648D-4DEE-A3F4-9F20777143D7}" srcId="{B1AAFEDB-A697-4E32-AD9B-01CE453434BF}" destId="{826A7D27-802F-4E14-BC44-24A5312C1DAA}" srcOrd="1" destOrd="0" parTransId="{EE8ABE46-44E1-4225-A7B0-23F8E6EDDC4A}" sibTransId="{F577643C-0099-48C4-BEAC-C9055E1EDECE}"/>
    <dgm:cxn modelId="{2128DEF9-F14E-4842-ABB2-8AF826257DD6}" type="presOf" srcId="{826A7D27-802F-4E14-BC44-24A5312C1DAA}" destId="{68200CBE-39CD-7E40-9FFB-80FAD97426DA}" srcOrd="0" destOrd="0" presId="urn:microsoft.com/office/officeart/2005/8/layout/vList2"/>
    <dgm:cxn modelId="{CA5B80FC-3B15-9045-930A-20338CAB609F}" type="presOf" srcId="{42903FF6-69F5-45CF-941C-598F8F826D93}" destId="{EF8F9840-4FCC-5A4F-B35E-B0ACF1C47E21}" srcOrd="0" destOrd="0" presId="urn:microsoft.com/office/officeart/2005/8/layout/vList2"/>
    <dgm:cxn modelId="{FA1EA075-E6C5-A44A-A0EA-99ADB7B48979}" type="presParOf" srcId="{C033D6DB-E741-7E44-B205-84661537DD2D}" destId="{B94C2EB2-FEC8-6347-966D-F4FC603D2289}" srcOrd="0" destOrd="0" presId="urn:microsoft.com/office/officeart/2005/8/layout/vList2"/>
    <dgm:cxn modelId="{2D949E37-CD11-724C-B6CA-8EAFC0F6984A}" type="presParOf" srcId="{C033D6DB-E741-7E44-B205-84661537DD2D}" destId="{06DD2564-D351-A344-BB99-A22977B4FEB3}" srcOrd="1" destOrd="0" presId="urn:microsoft.com/office/officeart/2005/8/layout/vList2"/>
    <dgm:cxn modelId="{ED0CBB6E-A951-E448-9EB1-1A4A7CA84520}" type="presParOf" srcId="{C033D6DB-E741-7E44-B205-84661537DD2D}" destId="{68200CBE-39CD-7E40-9FFB-80FAD97426DA}" srcOrd="2" destOrd="0" presId="urn:microsoft.com/office/officeart/2005/8/layout/vList2"/>
    <dgm:cxn modelId="{810297AC-E960-5349-AE26-41A225EF1B84}" type="presParOf" srcId="{C033D6DB-E741-7E44-B205-84661537DD2D}" destId="{C75221C9-0D51-FE42-9C75-8E460F94A51A}" srcOrd="3" destOrd="0" presId="urn:microsoft.com/office/officeart/2005/8/layout/vList2"/>
    <dgm:cxn modelId="{5B212F5E-C58A-B949-946F-300C5514D669}" type="presParOf" srcId="{C033D6DB-E741-7E44-B205-84661537DD2D}" destId="{EF8F9840-4FCC-5A4F-B35E-B0ACF1C47E2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7F3130-2987-4020-A4AF-12BA71BFC5F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7E376C7-6976-4AEF-89AD-85BF43D9F1FA}">
      <dgm:prSet/>
      <dgm:spPr/>
      <dgm:t>
        <a:bodyPr/>
        <a:lstStyle/>
        <a:p>
          <a:pPr>
            <a:lnSpc>
              <a:spcPct val="100000"/>
            </a:lnSpc>
          </a:pPr>
          <a:r>
            <a:rPr lang="en-US"/>
            <a:t>Measure electrical parameters</a:t>
          </a:r>
        </a:p>
      </dgm:t>
    </dgm:pt>
    <dgm:pt modelId="{A278B6EB-6DE0-4276-8EBC-E51D54E5E6C5}" type="parTrans" cxnId="{2A5C5526-03CC-4519-8566-45E82AF8F044}">
      <dgm:prSet/>
      <dgm:spPr/>
      <dgm:t>
        <a:bodyPr/>
        <a:lstStyle/>
        <a:p>
          <a:endParaRPr lang="en-US"/>
        </a:p>
      </dgm:t>
    </dgm:pt>
    <dgm:pt modelId="{650ACD7B-C355-4667-9500-C238D35A23AD}" type="sibTrans" cxnId="{2A5C5526-03CC-4519-8566-45E82AF8F044}">
      <dgm:prSet/>
      <dgm:spPr/>
      <dgm:t>
        <a:bodyPr/>
        <a:lstStyle/>
        <a:p>
          <a:endParaRPr lang="en-US"/>
        </a:p>
      </dgm:t>
    </dgm:pt>
    <dgm:pt modelId="{F3BAE4CF-DDEB-441D-B6FD-9DF0730C970C}">
      <dgm:prSet/>
      <dgm:spPr/>
      <dgm:t>
        <a:bodyPr/>
        <a:lstStyle/>
        <a:p>
          <a:pPr>
            <a:lnSpc>
              <a:spcPct val="100000"/>
            </a:lnSpc>
          </a:pPr>
          <a:r>
            <a:rPr lang="en-US"/>
            <a:t>Ensure safety</a:t>
          </a:r>
        </a:p>
      </dgm:t>
    </dgm:pt>
    <dgm:pt modelId="{C8B83BF5-3DF0-4567-BE5F-B4B3FC9BCDF1}" type="parTrans" cxnId="{18788BB3-AA9E-40E9-8166-010C8F9B130F}">
      <dgm:prSet/>
      <dgm:spPr/>
      <dgm:t>
        <a:bodyPr/>
        <a:lstStyle/>
        <a:p>
          <a:endParaRPr lang="en-US"/>
        </a:p>
      </dgm:t>
    </dgm:pt>
    <dgm:pt modelId="{BDAC8556-EB84-4830-85D2-5F1235AA77B1}" type="sibTrans" cxnId="{18788BB3-AA9E-40E9-8166-010C8F9B130F}">
      <dgm:prSet/>
      <dgm:spPr/>
      <dgm:t>
        <a:bodyPr/>
        <a:lstStyle/>
        <a:p>
          <a:endParaRPr lang="en-US"/>
        </a:p>
      </dgm:t>
    </dgm:pt>
    <dgm:pt modelId="{DCCAA291-B472-4A69-AA59-DB68C4DC91A4}">
      <dgm:prSet/>
      <dgm:spPr/>
      <dgm:t>
        <a:bodyPr/>
        <a:lstStyle/>
        <a:p>
          <a:pPr>
            <a:lnSpc>
              <a:spcPct val="100000"/>
            </a:lnSpc>
          </a:pPr>
          <a:r>
            <a:rPr lang="en-US"/>
            <a:t>Provide real-time output</a:t>
          </a:r>
        </a:p>
      </dgm:t>
    </dgm:pt>
    <dgm:pt modelId="{75014CD0-4287-4F3F-98DB-BC2E50D3AD1F}" type="parTrans" cxnId="{95E5E9DB-62D2-4DFB-896D-6AFCFECE390D}">
      <dgm:prSet/>
      <dgm:spPr/>
      <dgm:t>
        <a:bodyPr/>
        <a:lstStyle/>
        <a:p>
          <a:endParaRPr lang="en-US"/>
        </a:p>
      </dgm:t>
    </dgm:pt>
    <dgm:pt modelId="{1B5A78D4-1C4F-41AB-9398-722DBD3EAD67}" type="sibTrans" cxnId="{95E5E9DB-62D2-4DFB-896D-6AFCFECE390D}">
      <dgm:prSet/>
      <dgm:spPr/>
      <dgm:t>
        <a:bodyPr/>
        <a:lstStyle/>
        <a:p>
          <a:endParaRPr lang="en-US"/>
        </a:p>
      </dgm:t>
    </dgm:pt>
    <dgm:pt modelId="{4B21B775-120F-45AC-B40A-61F53E64EF60}" type="pres">
      <dgm:prSet presAssocID="{C57F3130-2987-4020-A4AF-12BA71BFC5FE}" presName="root" presStyleCnt="0">
        <dgm:presLayoutVars>
          <dgm:dir/>
          <dgm:resizeHandles val="exact"/>
        </dgm:presLayoutVars>
      </dgm:prSet>
      <dgm:spPr/>
    </dgm:pt>
    <dgm:pt modelId="{060D2538-A73A-4514-8B96-3D609C4D9A4D}" type="pres">
      <dgm:prSet presAssocID="{E7E376C7-6976-4AEF-89AD-85BF43D9F1FA}" presName="compNode" presStyleCnt="0"/>
      <dgm:spPr/>
    </dgm:pt>
    <dgm:pt modelId="{AD01D2F1-4483-4B69-8410-398A8AE7D442}" type="pres">
      <dgm:prSet presAssocID="{E7E376C7-6976-4AEF-89AD-85BF43D9F1F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ckmark"/>
        </a:ext>
      </dgm:extLst>
    </dgm:pt>
    <dgm:pt modelId="{72FEBEE2-BB79-4999-B2B8-9FD1FB750376}" type="pres">
      <dgm:prSet presAssocID="{E7E376C7-6976-4AEF-89AD-85BF43D9F1FA}" presName="spaceRect" presStyleCnt="0"/>
      <dgm:spPr/>
    </dgm:pt>
    <dgm:pt modelId="{30710AC5-3124-44F1-AB58-586C31F1A01A}" type="pres">
      <dgm:prSet presAssocID="{E7E376C7-6976-4AEF-89AD-85BF43D9F1FA}" presName="textRect" presStyleLbl="revTx" presStyleIdx="0" presStyleCnt="3">
        <dgm:presLayoutVars>
          <dgm:chMax val="1"/>
          <dgm:chPref val="1"/>
        </dgm:presLayoutVars>
      </dgm:prSet>
      <dgm:spPr/>
    </dgm:pt>
    <dgm:pt modelId="{595956EE-E9E9-4414-939D-0D8823E6EC89}" type="pres">
      <dgm:prSet presAssocID="{650ACD7B-C355-4667-9500-C238D35A23AD}" presName="sibTrans" presStyleCnt="0"/>
      <dgm:spPr/>
    </dgm:pt>
    <dgm:pt modelId="{E142BB33-4DD1-45F1-BF64-9F972E8FA9DA}" type="pres">
      <dgm:prSet presAssocID="{F3BAE4CF-DDEB-441D-B6FD-9DF0730C970C}" presName="compNode" presStyleCnt="0"/>
      <dgm:spPr/>
    </dgm:pt>
    <dgm:pt modelId="{71F19179-4269-4E69-B36D-24F79835DB18}" type="pres">
      <dgm:prSet presAssocID="{F3BAE4CF-DDEB-441D-B6FD-9DF0730C970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6A06A223-57A2-4ED0-A966-CF7F53D9EEC0}" type="pres">
      <dgm:prSet presAssocID="{F3BAE4CF-DDEB-441D-B6FD-9DF0730C970C}" presName="spaceRect" presStyleCnt="0"/>
      <dgm:spPr/>
    </dgm:pt>
    <dgm:pt modelId="{73E11205-3379-4B44-A36C-C2698CF3619E}" type="pres">
      <dgm:prSet presAssocID="{F3BAE4CF-DDEB-441D-B6FD-9DF0730C970C}" presName="textRect" presStyleLbl="revTx" presStyleIdx="1" presStyleCnt="3">
        <dgm:presLayoutVars>
          <dgm:chMax val="1"/>
          <dgm:chPref val="1"/>
        </dgm:presLayoutVars>
      </dgm:prSet>
      <dgm:spPr/>
    </dgm:pt>
    <dgm:pt modelId="{DBC3A1A2-2575-4264-8744-93E21C464AB4}" type="pres">
      <dgm:prSet presAssocID="{BDAC8556-EB84-4830-85D2-5F1235AA77B1}" presName="sibTrans" presStyleCnt="0"/>
      <dgm:spPr/>
    </dgm:pt>
    <dgm:pt modelId="{0F639B8C-E6F5-42D4-9FDD-67B1FC8399DA}" type="pres">
      <dgm:prSet presAssocID="{DCCAA291-B472-4A69-AA59-DB68C4DC91A4}" presName="compNode" presStyleCnt="0"/>
      <dgm:spPr/>
    </dgm:pt>
    <dgm:pt modelId="{554986E2-A458-4E7C-8E99-3D34EBA68540}" type="pres">
      <dgm:prSet presAssocID="{DCCAA291-B472-4A69-AA59-DB68C4DC91A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opwatch"/>
        </a:ext>
      </dgm:extLst>
    </dgm:pt>
    <dgm:pt modelId="{030B4673-F6AA-4B62-B34B-7DEDBF9BC231}" type="pres">
      <dgm:prSet presAssocID="{DCCAA291-B472-4A69-AA59-DB68C4DC91A4}" presName="spaceRect" presStyleCnt="0"/>
      <dgm:spPr/>
    </dgm:pt>
    <dgm:pt modelId="{8BEDD83B-41D0-402F-9532-B6ABC64D019D}" type="pres">
      <dgm:prSet presAssocID="{DCCAA291-B472-4A69-AA59-DB68C4DC91A4}" presName="textRect" presStyleLbl="revTx" presStyleIdx="2" presStyleCnt="3">
        <dgm:presLayoutVars>
          <dgm:chMax val="1"/>
          <dgm:chPref val="1"/>
        </dgm:presLayoutVars>
      </dgm:prSet>
      <dgm:spPr/>
    </dgm:pt>
  </dgm:ptLst>
  <dgm:cxnLst>
    <dgm:cxn modelId="{F79C091E-26C8-4C22-AD88-06B1D00C4778}" type="presOf" srcId="{F3BAE4CF-DDEB-441D-B6FD-9DF0730C970C}" destId="{73E11205-3379-4B44-A36C-C2698CF3619E}" srcOrd="0" destOrd="0" presId="urn:microsoft.com/office/officeart/2018/2/layout/IconLabelList"/>
    <dgm:cxn modelId="{2A5C5526-03CC-4519-8566-45E82AF8F044}" srcId="{C57F3130-2987-4020-A4AF-12BA71BFC5FE}" destId="{E7E376C7-6976-4AEF-89AD-85BF43D9F1FA}" srcOrd="0" destOrd="0" parTransId="{A278B6EB-6DE0-4276-8EBC-E51D54E5E6C5}" sibTransId="{650ACD7B-C355-4667-9500-C238D35A23AD}"/>
    <dgm:cxn modelId="{D117E44C-AF98-44A5-B772-4C63E3AA7C82}" type="presOf" srcId="{DCCAA291-B472-4A69-AA59-DB68C4DC91A4}" destId="{8BEDD83B-41D0-402F-9532-B6ABC64D019D}" srcOrd="0" destOrd="0" presId="urn:microsoft.com/office/officeart/2018/2/layout/IconLabelList"/>
    <dgm:cxn modelId="{84376C99-5DCA-44D4-90E2-689E331C4442}" type="presOf" srcId="{E7E376C7-6976-4AEF-89AD-85BF43D9F1FA}" destId="{30710AC5-3124-44F1-AB58-586C31F1A01A}" srcOrd="0" destOrd="0" presId="urn:microsoft.com/office/officeart/2018/2/layout/IconLabelList"/>
    <dgm:cxn modelId="{18788BB3-AA9E-40E9-8166-010C8F9B130F}" srcId="{C57F3130-2987-4020-A4AF-12BA71BFC5FE}" destId="{F3BAE4CF-DDEB-441D-B6FD-9DF0730C970C}" srcOrd="1" destOrd="0" parTransId="{C8B83BF5-3DF0-4567-BE5F-B4B3FC9BCDF1}" sibTransId="{BDAC8556-EB84-4830-85D2-5F1235AA77B1}"/>
    <dgm:cxn modelId="{95E5E9DB-62D2-4DFB-896D-6AFCFECE390D}" srcId="{C57F3130-2987-4020-A4AF-12BA71BFC5FE}" destId="{DCCAA291-B472-4A69-AA59-DB68C4DC91A4}" srcOrd="2" destOrd="0" parTransId="{75014CD0-4287-4F3F-98DB-BC2E50D3AD1F}" sibTransId="{1B5A78D4-1C4F-41AB-9398-722DBD3EAD67}"/>
    <dgm:cxn modelId="{B24D64EF-9374-4B45-8A9E-8CA1CCD990D0}" type="presOf" srcId="{C57F3130-2987-4020-A4AF-12BA71BFC5FE}" destId="{4B21B775-120F-45AC-B40A-61F53E64EF60}" srcOrd="0" destOrd="0" presId="urn:microsoft.com/office/officeart/2018/2/layout/IconLabelList"/>
    <dgm:cxn modelId="{21AE1B77-AFFA-4D5F-A235-14D3B2973441}" type="presParOf" srcId="{4B21B775-120F-45AC-B40A-61F53E64EF60}" destId="{060D2538-A73A-4514-8B96-3D609C4D9A4D}" srcOrd="0" destOrd="0" presId="urn:microsoft.com/office/officeart/2018/2/layout/IconLabelList"/>
    <dgm:cxn modelId="{AD2AC87D-83F9-4C97-B922-9246B277BDD6}" type="presParOf" srcId="{060D2538-A73A-4514-8B96-3D609C4D9A4D}" destId="{AD01D2F1-4483-4B69-8410-398A8AE7D442}" srcOrd="0" destOrd="0" presId="urn:microsoft.com/office/officeart/2018/2/layout/IconLabelList"/>
    <dgm:cxn modelId="{473EDCC8-F8BA-42C1-A874-DFF43DCC563D}" type="presParOf" srcId="{060D2538-A73A-4514-8B96-3D609C4D9A4D}" destId="{72FEBEE2-BB79-4999-B2B8-9FD1FB750376}" srcOrd="1" destOrd="0" presId="urn:microsoft.com/office/officeart/2018/2/layout/IconLabelList"/>
    <dgm:cxn modelId="{BB28A669-EC7D-47C8-BB04-7078BE2D3296}" type="presParOf" srcId="{060D2538-A73A-4514-8B96-3D609C4D9A4D}" destId="{30710AC5-3124-44F1-AB58-586C31F1A01A}" srcOrd="2" destOrd="0" presId="urn:microsoft.com/office/officeart/2018/2/layout/IconLabelList"/>
    <dgm:cxn modelId="{5C51726A-A4D4-47C6-918D-F4E277AA0466}" type="presParOf" srcId="{4B21B775-120F-45AC-B40A-61F53E64EF60}" destId="{595956EE-E9E9-4414-939D-0D8823E6EC89}" srcOrd="1" destOrd="0" presId="urn:microsoft.com/office/officeart/2018/2/layout/IconLabelList"/>
    <dgm:cxn modelId="{9A138BE2-7779-4AC6-A0EE-0FB8FF8D9303}" type="presParOf" srcId="{4B21B775-120F-45AC-B40A-61F53E64EF60}" destId="{E142BB33-4DD1-45F1-BF64-9F972E8FA9DA}" srcOrd="2" destOrd="0" presId="urn:microsoft.com/office/officeart/2018/2/layout/IconLabelList"/>
    <dgm:cxn modelId="{799AD721-455D-4A9B-A46F-898EF101669D}" type="presParOf" srcId="{E142BB33-4DD1-45F1-BF64-9F972E8FA9DA}" destId="{71F19179-4269-4E69-B36D-24F79835DB18}" srcOrd="0" destOrd="0" presId="urn:microsoft.com/office/officeart/2018/2/layout/IconLabelList"/>
    <dgm:cxn modelId="{11C7A684-5E79-4793-93B6-77433F3036BD}" type="presParOf" srcId="{E142BB33-4DD1-45F1-BF64-9F972E8FA9DA}" destId="{6A06A223-57A2-4ED0-A966-CF7F53D9EEC0}" srcOrd="1" destOrd="0" presId="urn:microsoft.com/office/officeart/2018/2/layout/IconLabelList"/>
    <dgm:cxn modelId="{82253E8A-FDEE-4D7C-ABB6-5D35A30A5CA2}" type="presParOf" srcId="{E142BB33-4DD1-45F1-BF64-9F972E8FA9DA}" destId="{73E11205-3379-4B44-A36C-C2698CF3619E}" srcOrd="2" destOrd="0" presId="urn:microsoft.com/office/officeart/2018/2/layout/IconLabelList"/>
    <dgm:cxn modelId="{9790D3C9-36E5-460B-98F1-8D9CB40AD5C4}" type="presParOf" srcId="{4B21B775-120F-45AC-B40A-61F53E64EF60}" destId="{DBC3A1A2-2575-4264-8744-93E21C464AB4}" srcOrd="3" destOrd="0" presId="urn:microsoft.com/office/officeart/2018/2/layout/IconLabelList"/>
    <dgm:cxn modelId="{973C58AC-798F-44DE-90B5-BE49A08BD61D}" type="presParOf" srcId="{4B21B775-120F-45AC-B40A-61F53E64EF60}" destId="{0F639B8C-E6F5-42D4-9FDD-67B1FC8399DA}" srcOrd="4" destOrd="0" presId="urn:microsoft.com/office/officeart/2018/2/layout/IconLabelList"/>
    <dgm:cxn modelId="{FEB34C17-095C-4EFF-89DE-047FBCD17E99}" type="presParOf" srcId="{0F639B8C-E6F5-42D4-9FDD-67B1FC8399DA}" destId="{554986E2-A458-4E7C-8E99-3D34EBA68540}" srcOrd="0" destOrd="0" presId="urn:microsoft.com/office/officeart/2018/2/layout/IconLabelList"/>
    <dgm:cxn modelId="{749AFCB2-D218-461C-A658-10A9C28EE77D}" type="presParOf" srcId="{0F639B8C-E6F5-42D4-9FDD-67B1FC8399DA}" destId="{030B4673-F6AA-4B62-B34B-7DEDBF9BC231}" srcOrd="1" destOrd="0" presId="urn:microsoft.com/office/officeart/2018/2/layout/IconLabelList"/>
    <dgm:cxn modelId="{CB0060C3-E22A-48E9-8B1A-BFA8B12FD078}" type="presParOf" srcId="{0F639B8C-E6F5-42D4-9FDD-67B1FC8399DA}" destId="{8BEDD83B-41D0-402F-9532-B6ABC64D019D}"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C59D89-A51D-4C33-A8E1-EC433CD20319}" type="doc">
      <dgm:prSet loTypeId="urn:microsoft.com/office/officeart/2018/2/layout/IconLabelList" loCatId="icon" qsTypeId="urn:microsoft.com/office/officeart/2005/8/quickstyle/simple1" qsCatId="simple" csTypeId="urn:microsoft.com/office/officeart/2018/5/colors/Iconchunking_neutralicon_accent5_2" csCatId="accent5" phldr="1"/>
      <dgm:spPr/>
      <dgm:t>
        <a:bodyPr/>
        <a:lstStyle/>
        <a:p>
          <a:endParaRPr lang="en-US"/>
        </a:p>
      </dgm:t>
    </dgm:pt>
    <dgm:pt modelId="{78FDACCA-3B7C-4645-9DEA-BA88E9EED0EA}">
      <dgm:prSet/>
      <dgm:spPr/>
      <dgm:t>
        <a:bodyPr/>
        <a:lstStyle/>
        <a:p>
          <a:pPr>
            <a:lnSpc>
              <a:spcPct val="100000"/>
            </a:lnSpc>
          </a:pPr>
          <a:r>
            <a:rPr lang="en-US" dirty="0"/>
            <a:t>Measures current via magnetic field</a:t>
          </a:r>
        </a:p>
      </dgm:t>
    </dgm:pt>
    <dgm:pt modelId="{996063BA-386F-4314-BBA1-E7C04A2214E1}" type="parTrans" cxnId="{2A812B13-D266-41ED-95A3-6ED59E477D84}">
      <dgm:prSet/>
      <dgm:spPr/>
      <dgm:t>
        <a:bodyPr/>
        <a:lstStyle/>
        <a:p>
          <a:endParaRPr lang="en-US"/>
        </a:p>
      </dgm:t>
    </dgm:pt>
    <dgm:pt modelId="{D7FD21D1-A329-4E9F-883F-5F8C58563E9F}" type="sibTrans" cxnId="{2A812B13-D266-41ED-95A3-6ED59E477D84}">
      <dgm:prSet/>
      <dgm:spPr/>
      <dgm:t>
        <a:bodyPr/>
        <a:lstStyle/>
        <a:p>
          <a:pPr>
            <a:lnSpc>
              <a:spcPct val="100000"/>
            </a:lnSpc>
          </a:pPr>
          <a:endParaRPr lang="en-US"/>
        </a:p>
      </dgm:t>
    </dgm:pt>
    <dgm:pt modelId="{2BED636A-14DD-4605-BF46-14F0B9EA482A}">
      <dgm:prSet/>
      <dgm:spPr/>
      <dgm:t>
        <a:bodyPr/>
        <a:lstStyle/>
        <a:p>
          <a:pPr>
            <a:lnSpc>
              <a:spcPct val="100000"/>
            </a:lnSpc>
          </a:pPr>
          <a:r>
            <a:rPr lang="en-US" dirty="0"/>
            <a:t>Non-invasive</a:t>
          </a:r>
        </a:p>
      </dgm:t>
    </dgm:pt>
    <dgm:pt modelId="{9B645D4F-53F8-4251-BCC5-4DAFFA4C4020}" type="sibTrans" cxnId="{AF82DE01-AAFD-4754-BBEA-88A81D69639B}">
      <dgm:prSet/>
      <dgm:spPr/>
      <dgm:t>
        <a:bodyPr/>
        <a:lstStyle/>
        <a:p>
          <a:pPr>
            <a:lnSpc>
              <a:spcPct val="100000"/>
            </a:lnSpc>
          </a:pPr>
          <a:endParaRPr lang="en-US"/>
        </a:p>
      </dgm:t>
    </dgm:pt>
    <dgm:pt modelId="{8AEF8369-AEE0-4DD9-8257-D068BEE9D8DD}" type="parTrans" cxnId="{AF82DE01-AAFD-4754-BBEA-88A81D69639B}">
      <dgm:prSet/>
      <dgm:spPr/>
      <dgm:t>
        <a:bodyPr/>
        <a:lstStyle/>
        <a:p>
          <a:endParaRPr lang="en-US"/>
        </a:p>
      </dgm:t>
    </dgm:pt>
    <dgm:pt modelId="{D4EE66FA-5B95-4391-8220-4EDB3BF4FC7A}" type="pres">
      <dgm:prSet presAssocID="{DCC59D89-A51D-4C33-A8E1-EC433CD20319}" presName="root" presStyleCnt="0">
        <dgm:presLayoutVars>
          <dgm:dir/>
          <dgm:resizeHandles val="exact"/>
        </dgm:presLayoutVars>
      </dgm:prSet>
      <dgm:spPr/>
    </dgm:pt>
    <dgm:pt modelId="{B3AE9B3F-45D6-4D1D-B22E-E72ACFFB4935}" type="pres">
      <dgm:prSet presAssocID="{78FDACCA-3B7C-4645-9DEA-BA88E9EED0EA}" presName="compNode" presStyleCnt="0"/>
      <dgm:spPr/>
    </dgm:pt>
    <dgm:pt modelId="{28BA08BC-7AA5-446C-8879-18DE04954D9D}" type="pres">
      <dgm:prSet presAssocID="{78FDACCA-3B7C-4645-9DEA-BA88E9EED0E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et"/>
        </a:ext>
      </dgm:extLst>
    </dgm:pt>
    <dgm:pt modelId="{24667D70-73CB-4255-B64B-CD53E3ADF595}" type="pres">
      <dgm:prSet presAssocID="{78FDACCA-3B7C-4645-9DEA-BA88E9EED0EA}" presName="spaceRect" presStyleCnt="0"/>
      <dgm:spPr/>
    </dgm:pt>
    <dgm:pt modelId="{D1D05876-0618-4DDF-8986-0F6D98D29DD7}" type="pres">
      <dgm:prSet presAssocID="{78FDACCA-3B7C-4645-9DEA-BA88E9EED0EA}" presName="textRect" presStyleLbl="revTx" presStyleIdx="0" presStyleCnt="2">
        <dgm:presLayoutVars>
          <dgm:chMax val="1"/>
          <dgm:chPref val="1"/>
        </dgm:presLayoutVars>
      </dgm:prSet>
      <dgm:spPr/>
    </dgm:pt>
    <dgm:pt modelId="{0DD1B332-ADC3-4AF1-AE3C-F629431A7331}" type="pres">
      <dgm:prSet presAssocID="{D7FD21D1-A329-4E9F-883F-5F8C58563E9F}" presName="sibTrans" presStyleCnt="0"/>
      <dgm:spPr/>
    </dgm:pt>
    <dgm:pt modelId="{B54AD53C-DFA4-4B36-BF2B-6EF67A81BADE}" type="pres">
      <dgm:prSet presAssocID="{2BED636A-14DD-4605-BF46-14F0B9EA482A}" presName="compNode" presStyleCnt="0"/>
      <dgm:spPr/>
    </dgm:pt>
    <dgm:pt modelId="{E39B5369-4564-4D59-8426-CB6644462572}" type="pres">
      <dgm:prSet presAssocID="{2BED636A-14DD-4605-BF46-14F0B9EA482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ady bug"/>
        </a:ext>
      </dgm:extLst>
    </dgm:pt>
    <dgm:pt modelId="{065EF9DC-2BF0-44BC-BD73-AA3B074B1F1C}" type="pres">
      <dgm:prSet presAssocID="{2BED636A-14DD-4605-BF46-14F0B9EA482A}" presName="spaceRect" presStyleCnt="0"/>
      <dgm:spPr/>
    </dgm:pt>
    <dgm:pt modelId="{151EF56F-FA12-47D7-8BE0-8AB47BFCB5DF}" type="pres">
      <dgm:prSet presAssocID="{2BED636A-14DD-4605-BF46-14F0B9EA482A}" presName="textRect" presStyleLbl="revTx" presStyleIdx="1" presStyleCnt="2">
        <dgm:presLayoutVars>
          <dgm:chMax val="1"/>
          <dgm:chPref val="1"/>
        </dgm:presLayoutVars>
      </dgm:prSet>
      <dgm:spPr/>
    </dgm:pt>
  </dgm:ptLst>
  <dgm:cxnLst>
    <dgm:cxn modelId="{AF82DE01-AAFD-4754-BBEA-88A81D69639B}" srcId="{DCC59D89-A51D-4C33-A8E1-EC433CD20319}" destId="{2BED636A-14DD-4605-BF46-14F0B9EA482A}" srcOrd="1" destOrd="0" parTransId="{8AEF8369-AEE0-4DD9-8257-D068BEE9D8DD}" sibTransId="{9B645D4F-53F8-4251-BCC5-4DAFFA4C4020}"/>
    <dgm:cxn modelId="{2A812B13-D266-41ED-95A3-6ED59E477D84}" srcId="{DCC59D89-A51D-4C33-A8E1-EC433CD20319}" destId="{78FDACCA-3B7C-4645-9DEA-BA88E9EED0EA}" srcOrd="0" destOrd="0" parTransId="{996063BA-386F-4314-BBA1-E7C04A2214E1}" sibTransId="{D7FD21D1-A329-4E9F-883F-5F8C58563E9F}"/>
    <dgm:cxn modelId="{F044943F-F154-614A-838D-FF120404A036}" type="presOf" srcId="{DCC59D89-A51D-4C33-A8E1-EC433CD20319}" destId="{D4EE66FA-5B95-4391-8220-4EDB3BF4FC7A}" srcOrd="0" destOrd="0" presId="urn:microsoft.com/office/officeart/2018/2/layout/IconLabelList"/>
    <dgm:cxn modelId="{96AE7863-BD08-924E-A109-A63DF281D405}" type="presOf" srcId="{78FDACCA-3B7C-4645-9DEA-BA88E9EED0EA}" destId="{D1D05876-0618-4DDF-8986-0F6D98D29DD7}" srcOrd="0" destOrd="0" presId="urn:microsoft.com/office/officeart/2018/2/layout/IconLabelList"/>
    <dgm:cxn modelId="{BEBA9DAC-D8C9-124C-B7B5-D5C7F1A1B12D}" type="presOf" srcId="{2BED636A-14DD-4605-BF46-14F0B9EA482A}" destId="{151EF56F-FA12-47D7-8BE0-8AB47BFCB5DF}" srcOrd="0" destOrd="0" presId="urn:microsoft.com/office/officeart/2018/2/layout/IconLabelList"/>
    <dgm:cxn modelId="{829FDCD7-E285-FB4A-83A0-4CED3F62467C}" type="presParOf" srcId="{D4EE66FA-5B95-4391-8220-4EDB3BF4FC7A}" destId="{B3AE9B3F-45D6-4D1D-B22E-E72ACFFB4935}" srcOrd="0" destOrd="0" presId="urn:microsoft.com/office/officeart/2018/2/layout/IconLabelList"/>
    <dgm:cxn modelId="{4D0B48BA-7B23-5549-A846-B1230B8CF189}" type="presParOf" srcId="{B3AE9B3F-45D6-4D1D-B22E-E72ACFFB4935}" destId="{28BA08BC-7AA5-446C-8879-18DE04954D9D}" srcOrd="0" destOrd="0" presId="urn:microsoft.com/office/officeart/2018/2/layout/IconLabelList"/>
    <dgm:cxn modelId="{E14CDB11-DE1D-C34C-8783-D3DBF1DF35CD}" type="presParOf" srcId="{B3AE9B3F-45D6-4D1D-B22E-E72ACFFB4935}" destId="{24667D70-73CB-4255-B64B-CD53E3ADF595}" srcOrd="1" destOrd="0" presId="urn:microsoft.com/office/officeart/2018/2/layout/IconLabelList"/>
    <dgm:cxn modelId="{44ABA562-1D92-1F40-9961-A285CFE82F9F}" type="presParOf" srcId="{B3AE9B3F-45D6-4D1D-B22E-E72ACFFB4935}" destId="{D1D05876-0618-4DDF-8986-0F6D98D29DD7}" srcOrd="2" destOrd="0" presId="urn:microsoft.com/office/officeart/2018/2/layout/IconLabelList"/>
    <dgm:cxn modelId="{4E2D141E-721F-004C-93CE-AE82D0381954}" type="presParOf" srcId="{D4EE66FA-5B95-4391-8220-4EDB3BF4FC7A}" destId="{0DD1B332-ADC3-4AF1-AE3C-F629431A7331}" srcOrd="1" destOrd="0" presId="urn:microsoft.com/office/officeart/2018/2/layout/IconLabelList"/>
    <dgm:cxn modelId="{BF2DAF78-B131-6F4D-AD99-942AE96C7DA0}" type="presParOf" srcId="{D4EE66FA-5B95-4391-8220-4EDB3BF4FC7A}" destId="{B54AD53C-DFA4-4B36-BF2B-6EF67A81BADE}" srcOrd="2" destOrd="0" presId="urn:microsoft.com/office/officeart/2018/2/layout/IconLabelList"/>
    <dgm:cxn modelId="{C5F46DCD-DD4F-8A44-86C9-1DD2BA7603F7}" type="presParOf" srcId="{B54AD53C-DFA4-4B36-BF2B-6EF67A81BADE}" destId="{E39B5369-4564-4D59-8426-CB6644462572}" srcOrd="0" destOrd="0" presId="urn:microsoft.com/office/officeart/2018/2/layout/IconLabelList"/>
    <dgm:cxn modelId="{6CB4FA64-EE35-6948-AE03-769F44B3BA45}" type="presParOf" srcId="{B54AD53C-DFA4-4B36-BF2B-6EF67A81BADE}" destId="{065EF9DC-2BF0-44BC-BD73-AA3B074B1F1C}" srcOrd="1" destOrd="0" presId="urn:microsoft.com/office/officeart/2018/2/layout/IconLabelList"/>
    <dgm:cxn modelId="{491FD329-08CE-FA41-A61F-FA658A7E1BE2}" type="presParOf" srcId="{B54AD53C-DFA4-4B36-BF2B-6EF67A81BADE}" destId="{151EF56F-FA12-47D7-8BE0-8AB47BFCB5D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1C21367-3BC4-4774-AA5C-E0DC3BD9CDF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04E6F90D-8ADE-4D04-AD01-6373A1188DC2}">
      <dgm:prSet/>
      <dgm:spPr/>
      <dgm:t>
        <a:bodyPr/>
        <a:lstStyle/>
        <a:p>
          <a:r>
            <a:rPr lang="en-US"/>
            <a:t>Real power equation: </a:t>
          </a:r>
        </a:p>
      </dgm:t>
    </dgm:pt>
    <dgm:pt modelId="{09AD869A-80B9-430A-804F-5B53CAAB93EF}" type="parTrans" cxnId="{8278EADD-C46E-47B9-A9AB-83E386C08511}">
      <dgm:prSet/>
      <dgm:spPr/>
      <dgm:t>
        <a:bodyPr/>
        <a:lstStyle/>
        <a:p>
          <a:endParaRPr lang="en-US"/>
        </a:p>
      </dgm:t>
    </dgm:pt>
    <dgm:pt modelId="{A145662A-CF9D-40EC-B110-242E247C2F5E}" type="sibTrans" cxnId="{8278EADD-C46E-47B9-A9AB-83E386C08511}">
      <dgm:prSet/>
      <dgm:spPr/>
      <dgm:t>
        <a:bodyPr/>
        <a:lstStyle/>
        <a:p>
          <a:endParaRPr lang="en-US"/>
        </a:p>
      </dgm:t>
    </dgm:pt>
    <dgm:pt modelId="{5F945C6A-78E0-449B-88ED-D1C624FAE893}">
      <dgm:prSet/>
      <dgm:spPr/>
      <dgm:t>
        <a:bodyPr/>
        <a:lstStyle/>
        <a:p>
          <a:r>
            <a:rPr lang="en-US"/>
            <a:t>P = V × I × PF </a:t>
          </a:r>
        </a:p>
      </dgm:t>
    </dgm:pt>
    <dgm:pt modelId="{8D670747-7362-4B5D-B38B-DFC90900637A}" type="parTrans" cxnId="{23AE4FF2-C06B-428F-BDD3-CAEB44395BE5}">
      <dgm:prSet/>
      <dgm:spPr/>
      <dgm:t>
        <a:bodyPr/>
        <a:lstStyle/>
        <a:p>
          <a:endParaRPr lang="en-US"/>
        </a:p>
      </dgm:t>
    </dgm:pt>
    <dgm:pt modelId="{F75F42B7-469A-4D12-B586-BCD18636D3F0}" type="sibTrans" cxnId="{23AE4FF2-C06B-428F-BDD3-CAEB44395BE5}">
      <dgm:prSet/>
      <dgm:spPr/>
      <dgm:t>
        <a:bodyPr/>
        <a:lstStyle/>
        <a:p>
          <a:endParaRPr lang="en-US"/>
        </a:p>
      </dgm:t>
    </dgm:pt>
    <dgm:pt modelId="{7681D5FC-F3F4-40D9-A836-0631A768342F}">
      <dgm:prSet/>
      <dgm:spPr/>
      <dgm:t>
        <a:bodyPr/>
        <a:lstStyle/>
        <a:p>
          <a:r>
            <a:rPr lang="en-US"/>
            <a:t>For resistive loads: </a:t>
          </a:r>
        </a:p>
      </dgm:t>
    </dgm:pt>
    <dgm:pt modelId="{94B7D1D4-D1F1-4376-8E55-66B7489DFC89}" type="parTrans" cxnId="{FF6A492C-D1FF-4233-BC72-66B734979F18}">
      <dgm:prSet/>
      <dgm:spPr/>
      <dgm:t>
        <a:bodyPr/>
        <a:lstStyle/>
        <a:p>
          <a:endParaRPr lang="en-US"/>
        </a:p>
      </dgm:t>
    </dgm:pt>
    <dgm:pt modelId="{23DC10A5-2785-4DF4-AA98-EEBE0FC01A97}" type="sibTrans" cxnId="{FF6A492C-D1FF-4233-BC72-66B734979F18}">
      <dgm:prSet/>
      <dgm:spPr/>
      <dgm:t>
        <a:bodyPr/>
        <a:lstStyle/>
        <a:p>
          <a:endParaRPr lang="en-US"/>
        </a:p>
      </dgm:t>
    </dgm:pt>
    <dgm:pt modelId="{FA888050-5061-4941-A77C-B243087EF3E7}">
      <dgm:prSet/>
      <dgm:spPr/>
      <dgm:t>
        <a:bodyPr/>
        <a:lstStyle/>
        <a:p>
          <a:r>
            <a:rPr lang="en-US"/>
            <a:t>PF ≈ 1 </a:t>
          </a:r>
        </a:p>
      </dgm:t>
    </dgm:pt>
    <dgm:pt modelId="{9D5EC2AD-9102-493E-85B7-F979226F8190}" type="parTrans" cxnId="{13170AB0-9C81-497E-B4C3-A145369C424F}">
      <dgm:prSet/>
      <dgm:spPr/>
      <dgm:t>
        <a:bodyPr/>
        <a:lstStyle/>
        <a:p>
          <a:endParaRPr lang="en-US"/>
        </a:p>
      </dgm:t>
    </dgm:pt>
    <dgm:pt modelId="{C777AE96-D4F1-4BE7-B9B8-430369A7083C}" type="sibTrans" cxnId="{13170AB0-9C81-497E-B4C3-A145369C424F}">
      <dgm:prSet/>
      <dgm:spPr/>
      <dgm:t>
        <a:bodyPr/>
        <a:lstStyle/>
        <a:p>
          <a:endParaRPr lang="en-US"/>
        </a:p>
      </dgm:t>
    </dgm:pt>
    <dgm:pt modelId="{5D6164B3-7A74-430C-BEF8-6793B133AA32}">
      <dgm:prSet/>
      <dgm:spPr/>
      <dgm:t>
        <a:bodyPr/>
        <a:lstStyle/>
        <a:p>
          <a:r>
            <a:rPr lang="en-US"/>
            <a:t>P ≈ V × I</a:t>
          </a:r>
        </a:p>
      </dgm:t>
    </dgm:pt>
    <dgm:pt modelId="{8598B5EE-65EB-4D20-B828-C3E2B6CA5FA2}" type="parTrans" cxnId="{6BF7477F-5C55-4BE9-A062-A09B8E9765B2}">
      <dgm:prSet/>
      <dgm:spPr/>
      <dgm:t>
        <a:bodyPr/>
        <a:lstStyle/>
        <a:p>
          <a:endParaRPr lang="en-US"/>
        </a:p>
      </dgm:t>
    </dgm:pt>
    <dgm:pt modelId="{ED0F9A6E-079A-44BC-842F-7A8860025BAA}" type="sibTrans" cxnId="{6BF7477F-5C55-4BE9-A062-A09B8E9765B2}">
      <dgm:prSet/>
      <dgm:spPr/>
      <dgm:t>
        <a:bodyPr/>
        <a:lstStyle/>
        <a:p>
          <a:endParaRPr lang="en-US"/>
        </a:p>
      </dgm:t>
    </dgm:pt>
    <dgm:pt modelId="{5A62334D-081C-464D-A000-56930B505AD9}" type="pres">
      <dgm:prSet presAssocID="{C1C21367-3BC4-4774-AA5C-E0DC3BD9CDFD}" presName="Name0" presStyleCnt="0">
        <dgm:presLayoutVars>
          <dgm:dir/>
          <dgm:animLvl val="lvl"/>
          <dgm:resizeHandles val="exact"/>
        </dgm:presLayoutVars>
      </dgm:prSet>
      <dgm:spPr/>
    </dgm:pt>
    <dgm:pt modelId="{49FA4CC9-D415-324C-9F67-552006C432E4}" type="pres">
      <dgm:prSet presAssocID="{04E6F90D-8ADE-4D04-AD01-6373A1188DC2}" presName="linNode" presStyleCnt="0"/>
      <dgm:spPr/>
    </dgm:pt>
    <dgm:pt modelId="{8C466212-A62F-7A4A-B7ED-FE3E1620D0AB}" type="pres">
      <dgm:prSet presAssocID="{04E6F90D-8ADE-4D04-AD01-6373A1188DC2}" presName="parentText" presStyleLbl="node1" presStyleIdx="0" presStyleCnt="2">
        <dgm:presLayoutVars>
          <dgm:chMax val="1"/>
          <dgm:bulletEnabled val="1"/>
        </dgm:presLayoutVars>
      </dgm:prSet>
      <dgm:spPr/>
    </dgm:pt>
    <dgm:pt modelId="{66940697-8842-FA4F-B75F-117F8307C52F}" type="pres">
      <dgm:prSet presAssocID="{04E6F90D-8ADE-4D04-AD01-6373A1188DC2}" presName="descendantText" presStyleLbl="alignAccFollowNode1" presStyleIdx="0" presStyleCnt="2">
        <dgm:presLayoutVars>
          <dgm:bulletEnabled val="1"/>
        </dgm:presLayoutVars>
      </dgm:prSet>
      <dgm:spPr/>
    </dgm:pt>
    <dgm:pt modelId="{C218F53E-4631-6549-A646-BBDCE17D5C54}" type="pres">
      <dgm:prSet presAssocID="{A145662A-CF9D-40EC-B110-242E247C2F5E}" presName="sp" presStyleCnt="0"/>
      <dgm:spPr/>
    </dgm:pt>
    <dgm:pt modelId="{05B372E1-2AB2-BE45-9B9C-C434EDDEF570}" type="pres">
      <dgm:prSet presAssocID="{7681D5FC-F3F4-40D9-A836-0631A768342F}" presName="linNode" presStyleCnt="0"/>
      <dgm:spPr/>
    </dgm:pt>
    <dgm:pt modelId="{E8914D80-AB61-4343-B429-FA22B0447E52}" type="pres">
      <dgm:prSet presAssocID="{7681D5FC-F3F4-40D9-A836-0631A768342F}" presName="parentText" presStyleLbl="node1" presStyleIdx="1" presStyleCnt="2">
        <dgm:presLayoutVars>
          <dgm:chMax val="1"/>
          <dgm:bulletEnabled val="1"/>
        </dgm:presLayoutVars>
      </dgm:prSet>
      <dgm:spPr/>
    </dgm:pt>
    <dgm:pt modelId="{DD450CB2-F10B-4B45-B76E-AFFCD7BFFF0A}" type="pres">
      <dgm:prSet presAssocID="{7681D5FC-F3F4-40D9-A836-0631A768342F}" presName="descendantText" presStyleLbl="alignAccFollowNode1" presStyleIdx="1" presStyleCnt="2">
        <dgm:presLayoutVars>
          <dgm:bulletEnabled val="1"/>
        </dgm:presLayoutVars>
      </dgm:prSet>
      <dgm:spPr/>
    </dgm:pt>
  </dgm:ptLst>
  <dgm:cxnLst>
    <dgm:cxn modelId="{3972860C-8154-3C42-9D8F-35BC5CC44B9D}" type="presOf" srcId="{C1C21367-3BC4-4774-AA5C-E0DC3BD9CDFD}" destId="{5A62334D-081C-464D-A000-56930B505AD9}" srcOrd="0" destOrd="0" presId="urn:microsoft.com/office/officeart/2005/8/layout/vList5"/>
    <dgm:cxn modelId="{B0766F25-45FB-244A-8791-48271F67EB99}" type="presOf" srcId="{5F945C6A-78E0-449B-88ED-D1C624FAE893}" destId="{66940697-8842-FA4F-B75F-117F8307C52F}" srcOrd="0" destOrd="0" presId="urn:microsoft.com/office/officeart/2005/8/layout/vList5"/>
    <dgm:cxn modelId="{FF6A492C-D1FF-4233-BC72-66B734979F18}" srcId="{C1C21367-3BC4-4774-AA5C-E0DC3BD9CDFD}" destId="{7681D5FC-F3F4-40D9-A836-0631A768342F}" srcOrd="1" destOrd="0" parTransId="{94B7D1D4-D1F1-4376-8E55-66B7489DFC89}" sibTransId="{23DC10A5-2785-4DF4-AA98-EEBE0FC01A97}"/>
    <dgm:cxn modelId="{DDEBFE34-B38B-E84C-A72E-D91B3571D15D}" type="presOf" srcId="{FA888050-5061-4941-A77C-B243087EF3E7}" destId="{DD450CB2-F10B-4B45-B76E-AFFCD7BFFF0A}" srcOrd="0" destOrd="0" presId="urn:microsoft.com/office/officeart/2005/8/layout/vList5"/>
    <dgm:cxn modelId="{7861D169-CCCC-6649-B645-91138DFBE4C5}" type="presOf" srcId="{7681D5FC-F3F4-40D9-A836-0631A768342F}" destId="{E8914D80-AB61-4343-B429-FA22B0447E52}" srcOrd="0" destOrd="0" presId="urn:microsoft.com/office/officeart/2005/8/layout/vList5"/>
    <dgm:cxn modelId="{6BF7477F-5C55-4BE9-A062-A09B8E9765B2}" srcId="{7681D5FC-F3F4-40D9-A836-0631A768342F}" destId="{5D6164B3-7A74-430C-BEF8-6793B133AA32}" srcOrd="1" destOrd="0" parTransId="{8598B5EE-65EB-4D20-B828-C3E2B6CA5FA2}" sibTransId="{ED0F9A6E-079A-44BC-842F-7A8860025BAA}"/>
    <dgm:cxn modelId="{13170AB0-9C81-497E-B4C3-A145369C424F}" srcId="{7681D5FC-F3F4-40D9-A836-0631A768342F}" destId="{FA888050-5061-4941-A77C-B243087EF3E7}" srcOrd="0" destOrd="0" parTransId="{9D5EC2AD-9102-493E-85B7-F979226F8190}" sibTransId="{C777AE96-D4F1-4BE7-B9B8-430369A7083C}"/>
    <dgm:cxn modelId="{A0E8B8BC-CBAD-8F43-9884-6B3D867B8C09}" type="presOf" srcId="{04E6F90D-8ADE-4D04-AD01-6373A1188DC2}" destId="{8C466212-A62F-7A4A-B7ED-FE3E1620D0AB}" srcOrd="0" destOrd="0" presId="urn:microsoft.com/office/officeart/2005/8/layout/vList5"/>
    <dgm:cxn modelId="{53A771C1-AFC4-4247-9655-E7282F8E3F8B}" type="presOf" srcId="{5D6164B3-7A74-430C-BEF8-6793B133AA32}" destId="{DD450CB2-F10B-4B45-B76E-AFFCD7BFFF0A}" srcOrd="0" destOrd="1" presId="urn:microsoft.com/office/officeart/2005/8/layout/vList5"/>
    <dgm:cxn modelId="{8278EADD-C46E-47B9-A9AB-83E386C08511}" srcId="{C1C21367-3BC4-4774-AA5C-E0DC3BD9CDFD}" destId="{04E6F90D-8ADE-4D04-AD01-6373A1188DC2}" srcOrd="0" destOrd="0" parTransId="{09AD869A-80B9-430A-804F-5B53CAAB93EF}" sibTransId="{A145662A-CF9D-40EC-B110-242E247C2F5E}"/>
    <dgm:cxn modelId="{23AE4FF2-C06B-428F-BDD3-CAEB44395BE5}" srcId="{04E6F90D-8ADE-4D04-AD01-6373A1188DC2}" destId="{5F945C6A-78E0-449B-88ED-D1C624FAE893}" srcOrd="0" destOrd="0" parTransId="{8D670747-7362-4B5D-B38B-DFC90900637A}" sibTransId="{F75F42B7-469A-4D12-B586-BCD18636D3F0}"/>
    <dgm:cxn modelId="{E88B900F-CABC-E041-8837-2A728D862B94}" type="presParOf" srcId="{5A62334D-081C-464D-A000-56930B505AD9}" destId="{49FA4CC9-D415-324C-9F67-552006C432E4}" srcOrd="0" destOrd="0" presId="urn:microsoft.com/office/officeart/2005/8/layout/vList5"/>
    <dgm:cxn modelId="{8924CA8F-8D53-4649-B52C-2D6A506C8133}" type="presParOf" srcId="{49FA4CC9-D415-324C-9F67-552006C432E4}" destId="{8C466212-A62F-7A4A-B7ED-FE3E1620D0AB}" srcOrd="0" destOrd="0" presId="urn:microsoft.com/office/officeart/2005/8/layout/vList5"/>
    <dgm:cxn modelId="{D0493B44-FE92-CF4B-9F54-12355CB61F9F}" type="presParOf" srcId="{49FA4CC9-D415-324C-9F67-552006C432E4}" destId="{66940697-8842-FA4F-B75F-117F8307C52F}" srcOrd="1" destOrd="0" presId="urn:microsoft.com/office/officeart/2005/8/layout/vList5"/>
    <dgm:cxn modelId="{B5A927D3-B00B-564C-A62B-D57F77A9FAB4}" type="presParOf" srcId="{5A62334D-081C-464D-A000-56930B505AD9}" destId="{C218F53E-4631-6549-A646-BBDCE17D5C54}" srcOrd="1" destOrd="0" presId="urn:microsoft.com/office/officeart/2005/8/layout/vList5"/>
    <dgm:cxn modelId="{E30D07C4-1081-3D43-88EA-69A548791AD5}" type="presParOf" srcId="{5A62334D-081C-464D-A000-56930B505AD9}" destId="{05B372E1-2AB2-BE45-9B9C-C434EDDEF570}" srcOrd="2" destOrd="0" presId="urn:microsoft.com/office/officeart/2005/8/layout/vList5"/>
    <dgm:cxn modelId="{4E93DD4D-7130-8841-BBEC-3FFE6F42DB4E}" type="presParOf" srcId="{05B372E1-2AB2-BE45-9B9C-C434EDDEF570}" destId="{E8914D80-AB61-4343-B429-FA22B0447E52}" srcOrd="0" destOrd="0" presId="urn:microsoft.com/office/officeart/2005/8/layout/vList5"/>
    <dgm:cxn modelId="{254B3CD9-8FD1-9A4D-83A5-945462124D63}" type="presParOf" srcId="{05B372E1-2AB2-BE45-9B9C-C434EDDEF570}" destId="{DD450CB2-F10B-4B45-B76E-AFFCD7BFFF0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8904CE2-E8E0-4715-9B80-1B3112576B3C}" type="doc">
      <dgm:prSet loTypeId="urn:microsoft.com/office/officeart/2018/5/layout/IconCircle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404B1AA9-6F19-4AE8-B46B-C4DF074F0683}">
      <dgm:prSet/>
      <dgm:spPr/>
      <dgm:t>
        <a:bodyPr/>
        <a:lstStyle/>
        <a:p>
          <a:pPr>
            <a:lnSpc>
              <a:spcPct val="100000"/>
            </a:lnSpc>
            <a:defRPr cap="all"/>
          </a:pPr>
          <a:r>
            <a:rPr lang="en-US"/>
            <a:t>ESP32 reads sensor data</a:t>
          </a:r>
          <a:endParaRPr lang="en-US" dirty="0"/>
        </a:p>
      </dgm:t>
    </dgm:pt>
    <dgm:pt modelId="{0EDF58EB-494D-4B08-A963-B7243356B614}" type="parTrans" cxnId="{0F2A3EB7-52A5-4C70-ABD9-C26FB6513D83}">
      <dgm:prSet/>
      <dgm:spPr/>
      <dgm:t>
        <a:bodyPr/>
        <a:lstStyle/>
        <a:p>
          <a:endParaRPr lang="en-US"/>
        </a:p>
      </dgm:t>
    </dgm:pt>
    <dgm:pt modelId="{48B39685-8199-4CC3-9838-3DFAD4D97D92}" type="sibTrans" cxnId="{0F2A3EB7-52A5-4C70-ABD9-C26FB6513D83}">
      <dgm:prSet/>
      <dgm:spPr/>
      <dgm:t>
        <a:bodyPr/>
        <a:lstStyle/>
        <a:p>
          <a:endParaRPr lang="en-US"/>
        </a:p>
      </dgm:t>
    </dgm:pt>
    <dgm:pt modelId="{D76769CB-A874-49F6-8551-7BD5F272DD49}">
      <dgm:prSet/>
      <dgm:spPr/>
      <dgm:t>
        <a:bodyPr/>
        <a:lstStyle/>
        <a:p>
          <a:pPr>
            <a:lnSpc>
              <a:spcPct val="100000"/>
            </a:lnSpc>
            <a:defRPr cap="all"/>
          </a:pPr>
          <a:r>
            <a:rPr lang="en-US"/>
            <a:t>Processes and formats output in Real-time</a:t>
          </a:r>
          <a:endParaRPr lang="en-US" dirty="0"/>
        </a:p>
      </dgm:t>
    </dgm:pt>
    <dgm:pt modelId="{E5DC57F2-7872-457C-AAE7-D1678ABFEFC5}" type="parTrans" cxnId="{134F2D20-1AD1-4977-8DD3-C151839A0333}">
      <dgm:prSet/>
      <dgm:spPr/>
      <dgm:t>
        <a:bodyPr/>
        <a:lstStyle/>
        <a:p>
          <a:endParaRPr lang="en-US"/>
        </a:p>
      </dgm:t>
    </dgm:pt>
    <dgm:pt modelId="{F1C7D95C-8437-43FF-8A56-54665F89E1B5}" type="sibTrans" cxnId="{134F2D20-1AD1-4977-8DD3-C151839A0333}">
      <dgm:prSet/>
      <dgm:spPr/>
      <dgm:t>
        <a:bodyPr/>
        <a:lstStyle/>
        <a:p>
          <a:endParaRPr lang="en-US"/>
        </a:p>
      </dgm:t>
    </dgm:pt>
    <dgm:pt modelId="{C75AA206-D3C4-4DB5-9749-2ECEDF3B9947}">
      <dgm:prSet/>
      <dgm:spPr/>
      <dgm:t>
        <a:bodyPr/>
        <a:lstStyle/>
        <a:p>
          <a:pPr>
            <a:lnSpc>
              <a:spcPct val="100000"/>
            </a:lnSpc>
            <a:defRPr cap="all"/>
          </a:pPr>
          <a:r>
            <a:rPr lang="en-US"/>
            <a:t>Communicates via UART interface</a:t>
          </a:r>
          <a:endParaRPr lang="en-US" dirty="0"/>
        </a:p>
      </dgm:t>
    </dgm:pt>
    <dgm:pt modelId="{DF026671-C47B-4B76-9AF8-70509CEEA2D6}" type="parTrans" cxnId="{31AD7120-70C8-493E-8859-BE08860A1E33}">
      <dgm:prSet/>
      <dgm:spPr/>
      <dgm:t>
        <a:bodyPr/>
        <a:lstStyle/>
        <a:p>
          <a:endParaRPr lang="en-US"/>
        </a:p>
      </dgm:t>
    </dgm:pt>
    <dgm:pt modelId="{4E24DAC4-9860-40AA-9CBE-CA0AF3145345}" type="sibTrans" cxnId="{31AD7120-70C8-493E-8859-BE08860A1E33}">
      <dgm:prSet/>
      <dgm:spPr/>
      <dgm:t>
        <a:bodyPr/>
        <a:lstStyle/>
        <a:p>
          <a:endParaRPr lang="en-US"/>
        </a:p>
      </dgm:t>
    </dgm:pt>
    <dgm:pt modelId="{B3A4026D-89A5-4FE7-AC76-63C3AF07074C}" type="pres">
      <dgm:prSet presAssocID="{48904CE2-E8E0-4715-9B80-1B3112576B3C}" presName="root" presStyleCnt="0">
        <dgm:presLayoutVars>
          <dgm:dir/>
          <dgm:resizeHandles val="exact"/>
        </dgm:presLayoutVars>
      </dgm:prSet>
      <dgm:spPr/>
    </dgm:pt>
    <dgm:pt modelId="{3E6C7E63-B7D5-43D0-A93B-B6F87828D02D}" type="pres">
      <dgm:prSet presAssocID="{404B1AA9-6F19-4AE8-B46B-C4DF074F0683}" presName="compNode" presStyleCnt="0"/>
      <dgm:spPr/>
    </dgm:pt>
    <dgm:pt modelId="{D5AF3552-A4B1-462E-8100-C85F093D6062}" type="pres">
      <dgm:prSet presAssocID="{404B1AA9-6F19-4AE8-B46B-C4DF074F0683}" presName="iconBgRect" presStyleLbl="bgShp" presStyleIdx="0" presStyleCnt="3"/>
      <dgm:spPr/>
    </dgm:pt>
    <dgm:pt modelId="{949EF412-215B-4E99-9130-2647D7B4ED36}" type="pres">
      <dgm:prSet presAssocID="{404B1AA9-6F19-4AE8-B46B-C4DF074F068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B0B2C360-07A2-4F3A-B1DF-3A7FA9C0F178}" type="pres">
      <dgm:prSet presAssocID="{404B1AA9-6F19-4AE8-B46B-C4DF074F0683}" presName="spaceRect" presStyleCnt="0"/>
      <dgm:spPr/>
    </dgm:pt>
    <dgm:pt modelId="{8B816979-790B-4E7C-BE6E-B01E3E9E85FD}" type="pres">
      <dgm:prSet presAssocID="{404B1AA9-6F19-4AE8-B46B-C4DF074F0683}" presName="textRect" presStyleLbl="revTx" presStyleIdx="0" presStyleCnt="3">
        <dgm:presLayoutVars>
          <dgm:chMax val="1"/>
          <dgm:chPref val="1"/>
        </dgm:presLayoutVars>
      </dgm:prSet>
      <dgm:spPr/>
    </dgm:pt>
    <dgm:pt modelId="{1397B2D0-FD29-46A7-8ED9-4B0A41CD5F71}" type="pres">
      <dgm:prSet presAssocID="{48B39685-8199-4CC3-9838-3DFAD4D97D92}" presName="sibTrans" presStyleCnt="0"/>
      <dgm:spPr/>
    </dgm:pt>
    <dgm:pt modelId="{18BE6CD1-5D07-474A-815C-19DAB102B8BC}" type="pres">
      <dgm:prSet presAssocID="{D76769CB-A874-49F6-8551-7BD5F272DD49}" presName="compNode" presStyleCnt="0"/>
      <dgm:spPr/>
    </dgm:pt>
    <dgm:pt modelId="{46B1A1BD-FAE9-4BAE-8781-4ECFC11FDC6D}" type="pres">
      <dgm:prSet presAssocID="{D76769CB-A874-49F6-8551-7BD5F272DD49}" presName="iconBgRect" presStyleLbl="bgShp" presStyleIdx="1" presStyleCnt="3"/>
      <dgm:spPr/>
    </dgm:pt>
    <dgm:pt modelId="{786BB6BC-EDB6-4975-9FE2-E55F34918D17}" type="pres">
      <dgm:prSet presAssocID="{D76769CB-A874-49F6-8551-7BD5F272DD4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B6BBB7D8-4A31-4B61-972C-4DB555CD7262}" type="pres">
      <dgm:prSet presAssocID="{D76769CB-A874-49F6-8551-7BD5F272DD49}" presName="spaceRect" presStyleCnt="0"/>
      <dgm:spPr/>
    </dgm:pt>
    <dgm:pt modelId="{E1693091-C87A-481A-A37B-6D9102EADA04}" type="pres">
      <dgm:prSet presAssocID="{D76769CB-A874-49F6-8551-7BD5F272DD49}" presName="textRect" presStyleLbl="revTx" presStyleIdx="1" presStyleCnt="3">
        <dgm:presLayoutVars>
          <dgm:chMax val="1"/>
          <dgm:chPref val="1"/>
        </dgm:presLayoutVars>
      </dgm:prSet>
      <dgm:spPr/>
    </dgm:pt>
    <dgm:pt modelId="{1362B61B-1119-4958-BFA1-98D6E9859D90}" type="pres">
      <dgm:prSet presAssocID="{F1C7D95C-8437-43FF-8A56-54665F89E1B5}" presName="sibTrans" presStyleCnt="0"/>
      <dgm:spPr/>
    </dgm:pt>
    <dgm:pt modelId="{28787281-D0ED-4356-81B6-235296DE6D2E}" type="pres">
      <dgm:prSet presAssocID="{C75AA206-D3C4-4DB5-9749-2ECEDF3B9947}" presName="compNode" presStyleCnt="0"/>
      <dgm:spPr/>
    </dgm:pt>
    <dgm:pt modelId="{4DACA60F-27A0-4819-A614-84113F54B5FA}" type="pres">
      <dgm:prSet presAssocID="{C75AA206-D3C4-4DB5-9749-2ECEDF3B9947}" presName="iconBgRect" presStyleLbl="bgShp" presStyleIdx="2" presStyleCnt="3"/>
      <dgm:spPr/>
    </dgm:pt>
    <dgm:pt modelId="{CBFA9DCB-7E65-41F8-920E-D794E0596085}" type="pres">
      <dgm:prSet presAssocID="{C75AA206-D3C4-4DB5-9749-2ECEDF3B994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itor"/>
        </a:ext>
      </dgm:extLst>
    </dgm:pt>
    <dgm:pt modelId="{7F52BF87-2CFA-466A-AA57-76AE93C809C7}" type="pres">
      <dgm:prSet presAssocID="{C75AA206-D3C4-4DB5-9749-2ECEDF3B9947}" presName="spaceRect" presStyleCnt="0"/>
      <dgm:spPr/>
    </dgm:pt>
    <dgm:pt modelId="{11928E1B-C4D7-489C-B308-8C431CEFFB49}" type="pres">
      <dgm:prSet presAssocID="{C75AA206-D3C4-4DB5-9749-2ECEDF3B9947}" presName="textRect" presStyleLbl="revTx" presStyleIdx="2" presStyleCnt="3">
        <dgm:presLayoutVars>
          <dgm:chMax val="1"/>
          <dgm:chPref val="1"/>
        </dgm:presLayoutVars>
      </dgm:prSet>
      <dgm:spPr/>
    </dgm:pt>
  </dgm:ptLst>
  <dgm:cxnLst>
    <dgm:cxn modelId="{10538005-F062-CF40-8321-9A22F5F0D6BE}" type="presOf" srcId="{404B1AA9-6F19-4AE8-B46B-C4DF074F0683}" destId="{8B816979-790B-4E7C-BE6E-B01E3E9E85FD}" srcOrd="0" destOrd="0" presId="urn:microsoft.com/office/officeart/2018/5/layout/IconCircleLabelList"/>
    <dgm:cxn modelId="{134F2D20-1AD1-4977-8DD3-C151839A0333}" srcId="{48904CE2-E8E0-4715-9B80-1B3112576B3C}" destId="{D76769CB-A874-49F6-8551-7BD5F272DD49}" srcOrd="1" destOrd="0" parTransId="{E5DC57F2-7872-457C-AAE7-D1678ABFEFC5}" sibTransId="{F1C7D95C-8437-43FF-8A56-54665F89E1B5}"/>
    <dgm:cxn modelId="{31AD7120-70C8-493E-8859-BE08860A1E33}" srcId="{48904CE2-E8E0-4715-9B80-1B3112576B3C}" destId="{C75AA206-D3C4-4DB5-9749-2ECEDF3B9947}" srcOrd="2" destOrd="0" parTransId="{DF026671-C47B-4B76-9AF8-70509CEEA2D6}" sibTransId="{4E24DAC4-9860-40AA-9CBE-CA0AF3145345}"/>
    <dgm:cxn modelId="{874BB271-B55D-BF4B-AC6F-FEB1E954818D}" type="presOf" srcId="{D76769CB-A874-49F6-8551-7BD5F272DD49}" destId="{E1693091-C87A-481A-A37B-6D9102EADA04}" srcOrd="0" destOrd="0" presId="urn:microsoft.com/office/officeart/2018/5/layout/IconCircleLabelList"/>
    <dgm:cxn modelId="{9233A5B3-185D-D642-9F46-96DCA49EF3C2}" type="presOf" srcId="{C75AA206-D3C4-4DB5-9749-2ECEDF3B9947}" destId="{11928E1B-C4D7-489C-B308-8C431CEFFB49}" srcOrd="0" destOrd="0" presId="urn:microsoft.com/office/officeart/2018/5/layout/IconCircleLabelList"/>
    <dgm:cxn modelId="{0F2A3EB7-52A5-4C70-ABD9-C26FB6513D83}" srcId="{48904CE2-E8E0-4715-9B80-1B3112576B3C}" destId="{404B1AA9-6F19-4AE8-B46B-C4DF074F0683}" srcOrd="0" destOrd="0" parTransId="{0EDF58EB-494D-4B08-A963-B7243356B614}" sibTransId="{48B39685-8199-4CC3-9838-3DFAD4D97D92}"/>
    <dgm:cxn modelId="{295815C5-FE2E-AC44-8DB8-15575153EDD6}" type="presOf" srcId="{48904CE2-E8E0-4715-9B80-1B3112576B3C}" destId="{B3A4026D-89A5-4FE7-AC76-63C3AF07074C}" srcOrd="0" destOrd="0" presId="urn:microsoft.com/office/officeart/2018/5/layout/IconCircleLabelList"/>
    <dgm:cxn modelId="{F00F8941-E19B-3149-945C-C5A5FCCA3C35}" type="presParOf" srcId="{B3A4026D-89A5-4FE7-AC76-63C3AF07074C}" destId="{3E6C7E63-B7D5-43D0-A93B-B6F87828D02D}" srcOrd="0" destOrd="0" presId="urn:microsoft.com/office/officeart/2018/5/layout/IconCircleLabelList"/>
    <dgm:cxn modelId="{2C05E762-0243-C940-B992-CA9E683D1B88}" type="presParOf" srcId="{3E6C7E63-B7D5-43D0-A93B-B6F87828D02D}" destId="{D5AF3552-A4B1-462E-8100-C85F093D6062}" srcOrd="0" destOrd="0" presId="urn:microsoft.com/office/officeart/2018/5/layout/IconCircleLabelList"/>
    <dgm:cxn modelId="{1EB38F48-F2DF-5E4C-9DDF-A58900CDB329}" type="presParOf" srcId="{3E6C7E63-B7D5-43D0-A93B-B6F87828D02D}" destId="{949EF412-215B-4E99-9130-2647D7B4ED36}" srcOrd="1" destOrd="0" presId="urn:microsoft.com/office/officeart/2018/5/layout/IconCircleLabelList"/>
    <dgm:cxn modelId="{B1AF4FAA-4CA9-D941-9EF2-34CFA0A7EE87}" type="presParOf" srcId="{3E6C7E63-B7D5-43D0-A93B-B6F87828D02D}" destId="{B0B2C360-07A2-4F3A-B1DF-3A7FA9C0F178}" srcOrd="2" destOrd="0" presId="urn:microsoft.com/office/officeart/2018/5/layout/IconCircleLabelList"/>
    <dgm:cxn modelId="{AC9C891F-518A-EE4B-9326-ED3BBACCC1F2}" type="presParOf" srcId="{3E6C7E63-B7D5-43D0-A93B-B6F87828D02D}" destId="{8B816979-790B-4E7C-BE6E-B01E3E9E85FD}" srcOrd="3" destOrd="0" presId="urn:microsoft.com/office/officeart/2018/5/layout/IconCircleLabelList"/>
    <dgm:cxn modelId="{70ED2088-C194-524F-94B9-367220DBD0E8}" type="presParOf" srcId="{B3A4026D-89A5-4FE7-AC76-63C3AF07074C}" destId="{1397B2D0-FD29-46A7-8ED9-4B0A41CD5F71}" srcOrd="1" destOrd="0" presId="urn:microsoft.com/office/officeart/2018/5/layout/IconCircleLabelList"/>
    <dgm:cxn modelId="{30640241-DB15-9F45-BF33-0B662312FDF2}" type="presParOf" srcId="{B3A4026D-89A5-4FE7-AC76-63C3AF07074C}" destId="{18BE6CD1-5D07-474A-815C-19DAB102B8BC}" srcOrd="2" destOrd="0" presId="urn:microsoft.com/office/officeart/2018/5/layout/IconCircleLabelList"/>
    <dgm:cxn modelId="{008C1E95-2A6B-EF44-8B27-26314B1D9806}" type="presParOf" srcId="{18BE6CD1-5D07-474A-815C-19DAB102B8BC}" destId="{46B1A1BD-FAE9-4BAE-8781-4ECFC11FDC6D}" srcOrd="0" destOrd="0" presId="urn:microsoft.com/office/officeart/2018/5/layout/IconCircleLabelList"/>
    <dgm:cxn modelId="{94115F59-74EA-2246-AB98-6C63C8F57C26}" type="presParOf" srcId="{18BE6CD1-5D07-474A-815C-19DAB102B8BC}" destId="{786BB6BC-EDB6-4975-9FE2-E55F34918D17}" srcOrd="1" destOrd="0" presId="urn:microsoft.com/office/officeart/2018/5/layout/IconCircleLabelList"/>
    <dgm:cxn modelId="{E4EE2948-CF4A-3840-8B63-D8196006D242}" type="presParOf" srcId="{18BE6CD1-5D07-474A-815C-19DAB102B8BC}" destId="{B6BBB7D8-4A31-4B61-972C-4DB555CD7262}" srcOrd="2" destOrd="0" presId="urn:microsoft.com/office/officeart/2018/5/layout/IconCircleLabelList"/>
    <dgm:cxn modelId="{E3F694F6-CA4B-2A48-8068-6C11695EDE55}" type="presParOf" srcId="{18BE6CD1-5D07-474A-815C-19DAB102B8BC}" destId="{E1693091-C87A-481A-A37B-6D9102EADA04}" srcOrd="3" destOrd="0" presId="urn:microsoft.com/office/officeart/2018/5/layout/IconCircleLabelList"/>
    <dgm:cxn modelId="{6A5B6C44-F063-E445-A75C-A094E525366F}" type="presParOf" srcId="{B3A4026D-89A5-4FE7-AC76-63C3AF07074C}" destId="{1362B61B-1119-4958-BFA1-98D6E9859D90}" srcOrd="3" destOrd="0" presId="urn:microsoft.com/office/officeart/2018/5/layout/IconCircleLabelList"/>
    <dgm:cxn modelId="{FA7FBC03-3F34-B24E-AF93-6C2AFB802E2F}" type="presParOf" srcId="{B3A4026D-89A5-4FE7-AC76-63C3AF07074C}" destId="{28787281-D0ED-4356-81B6-235296DE6D2E}" srcOrd="4" destOrd="0" presId="urn:microsoft.com/office/officeart/2018/5/layout/IconCircleLabelList"/>
    <dgm:cxn modelId="{80902378-9B98-A34F-B059-E044360A5DE4}" type="presParOf" srcId="{28787281-D0ED-4356-81B6-235296DE6D2E}" destId="{4DACA60F-27A0-4819-A614-84113F54B5FA}" srcOrd="0" destOrd="0" presId="urn:microsoft.com/office/officeart/2018/5/layout/IconCircleLabelList"/>
    <dgm:cxn modelId="{0CB7AF72-B821-D748-924D-A4B89EF283E9}" type="presParOf" srcId="{28787281-D0ED-4356-81B6-235296DE6D2E}" destId="{CBFA9DCB-7E65-41F8-920E-D794E0596085}" srcOrd="1" destOrd="0" presId="urn:microsoft.com/office/officeart/2018/5/layout/IconCircleLabelList"/>
    <dgm:cxn modelId="{7FA6BA58-B288-2248-BDD6-0FBCC70BBAE9}" type="presParOf" srcId="{28787281-D0ED-4356-81B6-235296DE6D2E}" destId="{7F52BF87-2CFA-466A-AA57-76AE93C809C7}" srcOrd="2" destOrd="0" presId="urn:microsoft.com/office/officeart/2018/5/layout/IconCircleLabelList"/>
    <dgm:cxn modelId="{4257C2E4-1821-F147-9200-EBE956D2E8A3}" type="presParOf" srcId="{28787281-D0ED-4356-81B6-235296DE6D2E}" destId="{11928E1B-C4D7-489C-B308-8C431CEFFB49}"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E87C59-EAF2-4735-B3C9-4D36C68ABE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5D1BD1-EEF6-40CB-A8AC-920E255703BE}">
      <dgm:prSet/>
      <dgm:spPr/>
      <dgm:t>
        <a:bodyPr/>
        <a:lstStyle/>
        <a:p>
          <a:r>
            <a:rPr lang="en-US" dirty="0"/>
            <a:t>Fix wiring configuration</a:t>
          </a:r>
        </a:p>
      </dgm:t>
    </dgm:pt>
    <dgm:pt modelId="{987060E8-86C0-4929-B593-FBB7C01FA4A2}" type="parTrans" cxnId="{F0EC327B-035F-492F-B467-52659266D79C}">
      <dgm:prSet/>
      <dgm:spPr/>
      <dgm:t>
        <a:bodyPr/>
        <a:lstStyle/>
        <a:p>
          <a:endParaRPr lang="en-US"/>
        </a:p>
      </dgm:t>
    </dgm:pt>
    <dgm:pt modelId="{B4A71D30-4DD2-4D3B-B692-D57B69532519}" type="sibTrans" cxnId="{F0EC327B-035F-492F-B467-52659266D79C}">
      <dgm:prSet/>
      <dgm:spPr/>
      <dgm:t>
        <a:bodyPr/>
        <a:lstStyle/>
        <a:p>
          <a:endParaRPr lang="en-US"/>
        </a:p>
      </dgm:t>
    </dgm:pt>
    <dgm:pt modelId="{5A8A8662-406F-4D56-8999-C1E181DB098B}">
      <dgm:prSet/>
      <dgm:spPr/>
      <dgm:t>
        <a:bodyPr/>
        <a:lstStyle/>
        <a:p>
          <a:r>
            <a:rPr lang="en-US" dirty="0"/>
            <a:t>Proper CT placement</a:t>
          </a:r>
        </a:p>
      </dgm:t>
    </dgm:pt>
    <dgm:pt modelId="{A25D3C81-984C-45DB-965B-03DFC25AB0E4}" type="parTrans" cxnId="{61659A4F-5B53-442F-A89F-29368407541E}">
      <dgm:prSet/>
      <dgm:spPr/>
      <dgm:t>
        <a:bodyPr/>
        <a:lstStyle/>
        <a:p>
          <a:endParaRPr lang="en-US"/>
        </a:p>
      </dgm:t>
    </dgm:pt>
    <dgm:pt modelId="{BC0EC496-3499-4964-BCA8-C27E504A4D99}" type="sibTrans" cxnId="{61659A4F-5B53-442F-A89F-29368407541E}">
      <dgm:prSet/>
      <dgm:spPr/>
      <dgm:t>
        <a:bodyPr/>
        <a:lstStyle/>
        <a:p>
          <a:endParaRPr lang="en-US"/>
        </a:p>
      </dgm:t>
    </dgm:pt>
    <dgm:pt modelId="{7D206D8E-A627-4C19-85C1-C161FF4C3585}">
      <dgm:prSet/>
      <dgm:spPr/>
      <dgm:t>
        <a:bodyPr/>
        <a:lstStyle/>
        <a:p>
          <a:r>
            <a:rPr lang="en-US" dirty="0"/>
            <a:t>Replace damaged board</a:t>
          </a:r>
        </a:p>
      </dgm:t>
    </dgm:pt>
    <dgm:pt modelId="{82C70380-2722-4948-8230-065091B51503}" type="parTrans" cxnId="{C71DD45E-E114-4A93-8BA9-2040576E2716}">
      <dgm:prSet/>
      <dgm:spPr/>
      <dgm:t>
        <a:bodyPr/>
        <a:lstStyle/>
        <a:p>
          <a:endParaRPr lang="en-US"/>
        </a:p>
      </dgm:t>
    </dgm:pt>
    <dgm:pt modelId="{C47211DA-F850-4484-AF8F-91C3E66157D9}" type="sibTrans" cxnId="{C71DD45E-E114-4A93-8BA9-2040576E2716}">
      <dgm:prSet/>
      <dgm:spPr/>
      <dgm:t>
        <a:bodyPr/>
        <a:lstStyle/>
        <a:p>
          <a:endParaRPr lang="en-US"/>
        </a:p>
      </dgm:t>
    </dgm:pt>
    <dgm:pt modelId="{CC1B5F88-E580-004F-8858-1C5E376B52F5}">
      <dgm:prSet/>
      <dgm:spPr/>
      <dgm:t>
        <a:bodyPr/>
        <a:lstStyle/>
        <a:p>
          <a:r>
            <a:rPr lang="en-US" dirty="0"/>
            <a:t>Verify correct setup</a:t>
          </a:r>
        </a:p>
      </dgm:t>
    </dgm:pt>
    <dgm:pt modelId="{26528F48-0514-C545-BBC6-45511F1CF867}" type="parTrans" cxnId="{255692DA-1193-F540-A79A-411F6D044525}">
      <dgm:prSet/>
      <dgm:spPr/>
      <dgm:t>
        <a:bodyPr/>
        <a:lstStyle/>
        <a:p>
          <a:endParaRPr lang="en-US"/>
        </a:p>
      </dgm:t>
    </dgm:pt>
    <dgm:pt modelId="{E61A1707-9360-6D46-9686-6A4F968083D3}" type="sibTrans" cxnId="{255692DA-1193-F540-A79A-411F6D044525}">
      <dgm:prSet/>
      <dgm:spPr/>
      <dgm:t>
        <a:bodyPr/>
        <a:lstStyle/>
        <a:p>
          <a:endParaRPr lang="en-US"/>
        </a:p>
      </dgm:t>
    </dgm:pt>
    <dgm:pt modelId="{6DDC1A2A-70CA-7A4D-B76B-4033B0CBA658}" type="pres">
      <dgm:prSet presAssocID="{B3E87C59-EAF2-4735-B3C9-4D36C68ABEEA}" presName="linear" presStyleCnt="0">
        <dgm:presLayoutVars>
          <dgm:animLvl val="lvl"/>
          <dgm:resizeHandles val="exact"/>
        </dgm:presLayoutVars>
      </dgm:prSet>
      <dgm:spPr/>
    </dgm:pt>
    <dgm:pt modelId="{B6451369-F948-7747-9801-BC671F6EB076}" type="pres">
      <dgm:prSet presAssocID="{075D1BD1-EEF6-40CB-A8AC-920E255703BE}" presName="parentText" presStyleLbl="node1" presStyleIdx="0" presStyleCnt="4">
        <dgm:presLayoutVars>
          <dgm:chMax val="0"/>
          <dgm:bulletEnabled val="1"/>
        </dgm:presLayoutVars>
      </dgm:prSet>
      <dgm:spPr/>
    </dgm:pt>
    <dgm:pt modelId="{37F7DD7E-8FD3-0840-AA3C-84EFDAC101F2}" type="pres">
      <dgm:prSet presAssocID="{B4A71D30-4DD2-4D3B-B692-D57B69532519}" presName="spacer" presStyleCnt="0"/>
      <dgm:spPr/>
    </dgm:pt>
    <dgm:pt modelId="{DF9E9691-7494-534F-9C7E-F2776FF420C8}" type="pres">
      <dgm:prSet presAssocID="{5A8A8662-406F-4D56-8999-C1E181DB098B}" presName="parentText" presStyleLbl="node1" presStyleIdx="1" presStyleCnt="4">
        <dgm:presLayoutVars>
          <dgm:chMax val="0"/>
          <dgm:bulletEnabled val="1"/>
        </dgm:presLayoutVars>
      </dgm:prSet>
      <dgm:spPr/>
    </dgm:pt>
    <dgm:pt modelId="{E3AA7DE5-B16A-3D43-A2D3-B553F1D110F0}" type="pres">
      <dgm:prSet presAssocID="{BC0EC496-3499-4964-BCA8-C27E504A4D99}" presName="spacer" presStyleCnt="0"/>
      <dgm:spPr/>
    </dgm:pt>
    <dgm:pt modelId="{094B4755-072E-B84D-9058-35D7623235D7}" type="pres">
      <dgm:prSet presAssocID="{7D206D8E-A627-4C19-85C1-C161FF4C3585}" presName="parentText" presStyleLbl="node1" presStyleIdx="2" presStyleCnt="4">
        <dgm:presLayoutVars>
          <dgm:chMax val="0"/>
          <dgm:bulletEnabled val="1"/>
        </dgm:presLayoutVars>
      </dgm:prSet>
      <dgm:spPr/>
    </dgm:pt>
    <dgm:pt modelId="{74C71992-E139-9E4A-9017-B27E8E854A7E}" type="pres">
      <dgm:prSet presAssocID="{C47211DA-F850-4484-AF8F-91C3E66157D9}" presName="spacer" presStyleCnt="0"/>
      <dgm:spPr/>
    </dgm:pt>
    <dgm:pt modelId="{A64B6CB5-9670-D844-93CF-9FEC67124C85}" type="pres">
      <dgm:prSet presAssocID="{CC1B5F88-E580-004F-8858-1C5E376B52F5}" presName="parentText" presStyleLbl="node1" presStyleIdx="3" presStyleCnt="4">
        <dgm:presLayoutVars>
          <dgm:chMax val="0"/>
          <dgm:bulletEnabled val="1"/>
        </dgm:presLayoutVars>
      </dgm:prSet>
      <dgm:spPr/>
    </dgm:pt>
  </dgm:ptLst>
  <dgm:cxnLst>
    <dgm:cxn modelId="{6701443F-25F4-1246-84A1-E302C1E501EF}" type="presOf" srcId="{5A8A8662-406F-4D56-8999-C1E181DB098B}" destId="{DF9E9691-7494-534F-9C7E-F2776FF420C8}" srcOrd="0" destOrd="0" presId="urn:microsoft.com/office/officeart/2005/8/layout/vList2"/>
    <dgm:cxn modelId="{9CD3DC49-D3E1-464C-9ED5-136AA6E3B693}" type="presOf" srcId="{7D206D8E-A627-4C19-85C1-C161FF4C3585}" destId="{094B4755-072E-B84D-9058-35D7623235D7}" srcOrd="0" destOrd="0" presId="urn:microsoft.com/office/officeart/2005/8/layout/vList2"/>
    <dgm:cxn modelId="{61659A4F-5B53-442F-A89F-29368407541E}" srcId="{B3E87C59-EAF2-4735-B3C9-4D36C68ABEEA}" destId="{5A8A8662-406F-4D56-8999-C1E181DB098B}" srcOrd="1" destOrd="0" parTransId="{A25D3C81-984C-45DB-965B-03DFC25AB0E4}" sibTransId="{BC0EC496-3499-4964-BCA8-C27E504A4D99}"/>
    <dgm:cxn modelId="{B5847F54-3736-F24C-BA11-857EB992BE96}" type="presOf" srcId="{CC1B5F88-E580-004F-8858-1C5E376B52F5}" destId="{A64B6CB5-9670-D844-93CF-9FEC67124C85}" srcOrd="0" destOrd="0" presId="urn:microsoft.com/office/officeart/2005/8/layout/vList2"/>
    <dgm:cxn modelId="{C71DD45E-E114-4A93-8BA9-2040576E2716}" srcId="{B3E87C59-EAF2-4735-B3C9-4D36C68ABEEA}" destId="{7D206D8E-A627-4C19-85C1-C161FF4C3585}" srcOrd="2" destOrd="0" parTransId="{82C70380-2722-4948-8230-065091B51503}" sibTransId="{C47211DA-F850-4484-AF8F-91C3E66157D9}"/>
    <dgm:cxn modelId="{F0EC327B-035F-492F-B467-52659266D79C}" srcId="{B3E87C59-EAF2-4735-B3C9-4D36C68ABEEA}" destId="{075D1BD1-EEF6-40CB-A8AC-920E255703BE}" srcOrd="0" destOrd="0" parTransId="{987060E8-86C0-4929-B593-FBB7C01FA4A2}" sibTransId="{B4A71D30-4DD2-4D3B-B692-D57B69532519}"/>
    <dgm:cxn modelId="{255692DA-1193-F540-A79A-411F6D044525}" srcId="{B3E87C59-EAF2-4735-B3C9-4D36C68ABEEA}" destId="{CC1B5F88-E580-004F-8858-1C5E376B52F5}" srcOrd="3" destOrd="0" parTransId="{26528F48-0514-C545-BBC6-45511F1CF867}" sibTransId="{E61A1707-9360-6D46-9686-6A4F968083D3}"/>
    <dgm:cxn modelId="{9E2AE9EB-FAB0-A14A-8AC5-CEB257AED59C}" type="presOf" srcId="{075D1BD1-EEF6-40CB-A8AC-920E255703BE}" destId="{B6451369-F948-7747-9801-BC671F6EB076}" srcOrd="0" destOrd="0" presId="urn:microsoft.com/office/officeart/2005/8/layout/vList2"/>
    <dgm:cxn modelId="{60F4F4FC-01D8-114D-BD07-AC2C9E4D228D}" type="presOf" srcId="{B3E87C59-EAF2-4735-B3C9-4D36C68ABEEA}" destId="{6DDC1A2A-70CA-7A4D-B76B-4033B0CBA658}" srcOrd="0" destOrd="0" presId="urn:microsoft.com/office/officeart/2005/8/layout/vList2"/>
    <dgm:cxn modelId="{DC8871B4-55C2-934E-8521-64C8C3A95CD9}" type="presParOf" srcId="{6DDC1A2A-70CA-7A4D-B76B-4033B0CBA658}" destId="{B6451369-F948-7747-9801-BC671F6EB076}" srcOrd="0" destOrd="0" presId="urn:microsoft.com/office/officeart/2005/8/layout/vList2"/>
    <dgm:cxn modelId="{37FC53D9-3658-8D41-BF4F-3D4EE00982D5}" type="presParOf" srcId="{6DDC1A2A-70CA-7A4D-B76B-4033B0CBA658}" destId="{37F7DD7E-8FD3-0840-AA3C-84EFDAC101F2}" srcOrd="1" destOrd="0" presId="urn:microsoft.com/office/officeart/2005/8/layout/vList2"/>
    <dgm:cxn modelId="{AE985275-E8D8-FC46-92FB-ADF376B9FDE7}" type="presParOf" srcId="{6DDC1A2A-70CA-7A4D-B76B-4033B0CBA658}" destId="{DF9E9691-7494-534F-9C7E-F2776FF420C8}" srcOrd="2" destOrd="0" presId="urn:microsoft.com/office/officeart/2005/8/layout/vList2"/>
    <dgm:cxn modelId="{AF5EDFA0-80AD-D84F-8615-AE62FA661A0F}" type="presParOf" srcId="{6DDC1A2A-70CA-7A4D-B76B-4033B0CBA658}" destId="{E3AA7DE5-B16A-3D43-A2D3-B553F1D110F0}" srcOrd="3" destOrd="0" presId="urn:microsoft.com/office/officeart/2005/8/layout/vList2"/>
    <dgm:cxn modelId="{D513C7B2-5184-0841-9715-1F2CE02F130A}" type="presParOf" srcId="{6DDC1A2A-70CA-7A4D-B76B-4033B0CBA658}" destId="{094B4755-072E-B84D-9058-35D7623235D7}" srcOrd="4" destOrd="0" presId="urn:microsoft.com/office/officeart/2005/8/layout/vList2"/>
    <dgm:cxn modelId="{99BA9F19-EBDB-A540-90C8-675146177E6D}" type="presParOf" srcId="{6DDC1A2A-70CA-7A4D-B76B-4033B0CBA658}" destId="{74C71992-E139-9E4A-9017-B27E8E854A7E}" srcOrd="5" destOrd="0" presId="urn:microsoft.com/office/officeart/2005/8/layout/vList2"/>
    <dgm:cxn modelId="{32867BF8-F66E-BD46-AE17-2F123636B36C}" type="presParOf" srcId="{6DDC1A2A-70CA-7A4D-B76B-4033B0CBA658}" destId="{A64B6CB5-9670-D844-93CF-9FEC67124C8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89FC14-54DE-4EB3-9FA0-85FB2A2474B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mc:AlternateContent xmlns:mc="http://schemas.openxmlformats.org/markup-compatibility/2006" xmlns:a14="http://schemas.microsoft.com/office/drawing/2010/main">
      <mc:Choice Requires="a14">
        <dgm:pt modelId="{5EA25767-6A23-4F42-A51A-F6879E13868E}">
          <dgm:prSet/>
          <dgm:spPr/>
          <dgm:t>
            <a:bodyPr/>
            <a:lstStyle/>
            <a:p>
              <a:pPr>
                <a:lnSpc>
                  <a:spcPct val="100000"/>
                </a:lnSpc>
              </a:pPr>
              <a:r>
                <a:rPr lang="en-US" dirty="0"/>
                <a:t>Voltage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120V</a:t>
              </a:r>
            </a:p>
          </dgm:t>
        </dgm:pt>
      </mc:Choice>
      <mc:Fallback xmlns="">
        <dgm:pt modelId="{5EA25767-6A23-4F42-A51A-F6879E13868E}">
          <dgm:prSet/>
          <dgm:spPr/>
          <dgm:t>
            <a:bodyPr/>
            <a:lstStyle/>
            <a:p>
              <a:pPr>
                <a:lnSpc>
                  <a:spcPct val="100000"/>
                </a:lnSpc>
              </a:pPr>
              <a:r>
                <a:rPr lang="en-US" dirty="0"/>
                <a:t>Voltage </a:t>
              </a:r>
              <a:r>
                <a:rPr lang="en-US" i="0">
                  <a:latin typeface="Cambria Math" panose="02040503050406030204" pitchFamily="18" charset="0"/>
                  <a:ea typeface="Cambria Math" panose="02040503050406030204" pitchFamily="18" charset="0"/>
                </a:rPr>
                <a:t>≈</a:t>
              </a:r>
              <a:r>
                <a:rPr lang="en-US" dirty="0"/>
                <a:t>120V</a:t>
              </a:r>
            </a:p>
          </dgm:t>
        </dgm:pt>
      </mc:Fallback>
    </mc:AlternateContent>
    <dgm:pt modelId="{FAED93F9-F96F-4E56-A0FF-3D6C755536EE}" type="parTrans" cxnId="{5FF75F49-22F6-431E-BB9E-322BF7E0F769}">
      <dgm:prSet/>
      <dgm:spPr/>
      <dgm:t>
        <a:bodyPr/>
        <a:lstStyle/>
        <a:p>
          <a:endParaRPr lang="en-US"/>
        </a:p>
      </dgm:t>
    </dgm:pt>
    <dgm:pt modelId="{A7A6F991-971A-4072-B439-06AF55B5CD14}" type="sibTrans" cxnId="{5FF75F49-22F6-431E-BB9E-322BF7E0F769}">
      <dgm:prSet/>
      <dgm:spPr/>
      <dgm:t>
        <a:bodyPr/>
        <a:lstStyle/>
        <a:p>
          <a:endParaRPr lang="en-US"/>
        </a:p>
      </dgm:t>
    </dgm:pt>
    <mc:AlternateContent xmlns:mc="http://schemas.openxmlformats.org/markup-compatibility/2006" xmlns:a14="http://schemas.microsoft.com/office/drawing/2010/main">
      <mc:Choice Requires="a14">
        <dgm:pt modelId="{CB7DF5C9-BCEA-4BD5-BBAC-F745430D3B93}">
          <dgm:prSet/>
          <dgm:spPr/>
          <dgm:t>
            <a:bodyPr/>
            <a:lstStyle/>
            <a:p>
              <a:pPr>
                <a:lnSpc>
                  <a:spcPct val="100000"/>
                </a:lnSpc>
              </a:pPr>
              <a:r>
                <a:rPr lang="en-US" dirty="0"/>
                <a:t>Current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0.2A</a:t>
              </a:r>
            </a:p>
          </dgm:t>
        </dgm:pt>
      </mc:Choice>
      <mc:Fallback xmlns="">
        <dgm:pt modelId="{CB7DF5C9-BCEA-4BD5-BBAC-F745430D3B93}">
          <dgm:prSet/>
          <dgm:spPr/>
          <dgm:t>
            <a:bodyPr/>
            <a:lstStyle/>
            <a:p>
              <a:pPr>
                <a:lnSpc>
                  <a:spcPct val="100000"/>
                </a:lnSpc>
              </a:pPr>
              <a:r>
                <a:rPr lang="en-US" dirty="0"/>
                <a:t>Current </a:t>
              </a:r>
              <a:r>
                <a:rPr lang="en-US"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 </a:t>
              </a:r>
              <a:r>
                <a:rPr lang="en-US" dirty="0"/>
                <a:t>0.2A</a:t>
              </a:r>
            </a:p>
          </dgm:t>
        </dgm:pt>
      </mc:Fallback>
    </mc:AlternateContent>
    <dgm:pt modelId="{17E34A5D-0A59-47DA-BFD5-11E41F59BFB7}" type="parTrans" cxnId="{7DD8428D-13D8-4BD5-A5C3-553E654452EF}">
      <dgm:prSet/>
      <dgm:spPr/>
      <dgm:t>
        <a:bodyPr/>
        <a:lstStyle/>
        <a:p>
          <a:endParaRPr lang="en-US"/>
        </a:p>
      </dgm:t>
    </dgm:pt>
    <dgm:pt modelId="{E6054CCF-4038-4E76-B321-36C9A5DDAE05}" type="sibTrans" cxnId="{7DD8428D-13D8-4BD5-A5C3-553E654452EF}">
      <dgm:prSet/>
      <dgm:spPr/>
      <dgm:t>
        <a:bodyPr/>
        <a:lstStyle/>
        <a:p>
          <a:endParaRPr lang="en-US"/>
        </a:p>
      </dgm:t>
    </dgm:pt>
    <mc:AlternateContent xmlns:mc="http://schemas.openxmlformats.org/markup-compatibility/2006" xmlns:a14="http://schemas.microsoft.com/office/drawing/2010/main">
      <mc:Choice Requires="a14">
        <dgm:pt modelId="{C7A29279-9608-4E9E-920D-1E71095614F5}">
          <dgm:prSet/>
          <dgm:spPr/>
          <dgm:t>
            <a:bodyPr/>
            <a:lstStyle/>
            <a:p>
              <a:pPr>
                <a:lnSpc>
                  <a:spcPct val="100000"/>
                </a:lnSpc>
              </a:pPr>
              <a:r>
                <a:rPr lang="en-US" dirty="0"/>
                <a:t>Power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25W</a:t>
              </a:r>
            </a:p>
          </dgm:t>
        </dgm:pt>
      </mc:Choice>
      <mc:Fallback xmlns="">
        <dgm:pt modelId="{C7A29279-9608-4E9E-920D-1E71095614F5}">
          <dgm:prSet/>
          <dgm:spPr/>
          <dgm:t>
            <a:bodyPr/>
            <a:lstStyle/>
            <a:p>
              <a:pPr>
                <a:lnSpc>
                  <a:spcPct val="100000"/>
                </a:lnSpc>
              </a:pPr>
              <a:r>
                <a:rPr lang="en-US" dirty="0"/>
                <a:t>Power </a:t>
              </a:r>
              <a:r>
                <a:rPr lang="en-US"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 </a:t>
              </a:r>
              <a:r>
                <a:rPr lang="en-US" dirty="0"/>
                <a:t>25W</a:t>
              </a:r>
            </a:p>
          </dgm:t>
        </dgm:pt>
      </mc:Fallback>
    </mc:AlternateContent>
    <dgm:pt modelId="{CA9C2CE0-3F42-4F85-9FAF-3F291743C528}" type="parTrans" cxnId="{013798F7-D687-4438-BA8C-6FC4FFB22CEA}">
      <dgm:prSet/>
      <dgm:spPr/>
      <dgm:t>
        <a:bodyPr/>
        <a:lstStyle/>
        <a:p>
          <a:endParaRPr lang="en-US"/>
        </a:p>
      </dgm:t>
    </dgm:pt>
    <dgm:pt modelId="{0CA3F722-6D8E-4F25-B5A1-B05BF03E69F8}" type="sibTrans" cxnId="{013798F7-D687-4438-BA8C-6FC4FFB22CEA}">
      <dgm:prSet/>
      <dgm:spPr/>
      <dgm:t>
        <a:bodyPr/>
        <a:lstStyle/>
        <a:p>
          <a:endParaRPr lang="en-US"/>
        </a:p>
      </dgm:t>
    </dgm:pt>
    <mc:AlternateContent xmlns:mc="http://schemas.openxmlformats.org/markup-compatibility/2006" xmlns:a14="http://schemas.microsoft.com/office/drawing/2010/main">
      <mc:Choice Requires="a14">
        <dgm:pt modelId="{DA065C46-B0EC-4C67-89E0-F8ED7267470C}">
          <dgm:prSet/>
          <dgm:spPr/>
          <dgm:t>
            <a:bodyPr/>
            <a:lstStyle/>
            <a:p>
              <a:pPr>
                <a:lnSpc>
                  <a:spcPct val="100000"/>
                </a:lnSpc>
              </a:pPr>
              <a:r>
                <a:rPr lang="en-US" dirty="0"/>
                <a:t>Freq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60Hz</a:t>
              </a:r>
            </a:p>
          </dgm:t>
        </dgm:pt>
      </mc:Choice>
      <mc:Fallback xmlns="">
        <dgm:pt modelId="{DA065C46-B0EC-4C67-89E0-F8ED7267470C}">
          <dgm:prSet/>
          <dgm:spPr/>
          <dgm:t>
            <a:bodyPr/>
            <a:lstStyle/>
            <a:p>
              <a:pPr>
                <a:lnSpc>
                  <a:spcPct val="100000"/>
                </a:lnSpc>
              </a:pPr>
              <a:r>
                <a:rPr lang="en-US" dirty="0"/>
                <a:t>Freq </a:t>
              </a:r>
              <a:r>
                <a:rPr lang="en-US"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 </a:t>
              </a:r>
              <a:r>
                <a:rPr lang="en-US" dirty="0"/>
                <a:t>60Hz</a:t>
              </a:r>
            </a:p>
          </dgm:t>
        </dgm:pt>
      </mc:Fallback>
    </mc:AlternateContent>
    <dgm:pt modelId="{4C74A652-0DDB-403C-8C7B-888F244DCD88}" type="parTrans" cxnId="{5867B1D1-8EAA-4CE0-8483-D9DFE7ECCB95}">
      <dgm:prSet/>
      <dgm:spPr/>
      <dgm:t>
        <a:bodyPr/>
        <a:lstStyle/>
        <a:p>
          <a:endParaRPr lang="en-US"/>
        </a:p>
      </dgm:t>
    </dgm:pt>
    <dgm:pt modelId="{8F0D9439-4BEE-4E6B-9BE8-8900514CC617}" type="sibTrans" cxnId="{5867B1D1-8EAA-4CE0-8483-D9DFE7ECCB95}">
      <dgm:prSet/>
      <dgm:spPr/>
      <dgm:t>
        <a:bodyPr/>
        <a:lstStyle/>
        <a:p>
          <a:endParaRPr lang="en-US"/>
        </a:p>
      </dgm:t>
    </dgm:pt>
    <dgm:pt modelId="{1D9F677F-A34F-4539-AE37-2D9A8536E839}" type="pres">
      <dgm:prSet presAssocID="{C089FC14-54DE-4EB3-9FA0-85FB2A2474B1}" presName="root" presStyleCnt="0">
        <dgm:presLayoutVars>
          <dgm:dir/>
          <dgm:resizeHandles val="exact"/>
        </dgm:presLayoutVars>
      </dgm:prSet>
      <dgm:spPr/>
    </dgm:pt>
    <dgm:pt modelId="{ACC347DF-8C5E-49C4-AF45-5B3B2B083BCB}" type="pres">
      <dgm:prSet presAssocID="{5EA25767-6A23-4F42-A51A-F6879E13868E}" presName="compNode" presStyleCnt="0"/>
      <dgm:spPr/>
    </dgm:pt>
    <dgm:pt modelId="{994279DC-2987-4135-B6E4-599BC667B721}" type="pres">
      <dgm:prSet presAssocID="{5EA25767-6A23-4F42-A51A-F6879E13868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igh Voltage"/>
        </a:ext>
      </dgm:extLst>
    </dgm:pt>
    <dgm:pt modelId="{A6CD125E-349D-49E9-A873-1ADE79ED2595}" type="pres">
      <dgm:prSet presAssocID="{5EA25767-6A23-4F42-A51A-F6879E13868E}" presName="spaceRect" presStyleCnt="0"/>
      <dgm:spPr/>
    </dgm:pt>
    <dgm:pt modelId="{43BCB08C-7AD1-4967-8BCD-E90B451C786B}" type="pres">
      <dgm:prSet presAssocID="{5EA25767-6A23-4F42-A51A-F6879E13868E}" presName="textRect" presStyleLbl="revTx" presStyleIdx="0" presStyleCnt="4">
        <dgm:presLayoutVars>
          <dgm:chMax val="1"/>
          <dgm:chPref val="1"/>
        </dgm:presLayoutVars>
      </dgm:prSet>
      <dgm:spPr/>
    </dgm:pt>
    <dgm:pt modelId="{24A13CCC-D9EA-453B-8985-ABD0B08917E9}" type="pres">
      <dgm:prSet presAssocID="{A7A6F991-971A-4072-B439-06AF55B5CD14}" presName="sibTrans" presStyleCnt="0"/>
      <dgm:spPr/>
    </dgm:pt>
    <dgm:pt modelId="{B8FDE42D-3FA4-4B36-9EB3-3886328B323C}" type="pres">
      <dgm:prSet presAssocID="{CB7DF5C9-BCEA-4BD5-BBAC-F745430D3B93}" presName="compNode" presStyleCnt="0"/>
      <dgm:spPr/>
    </dgm:pt>
    <dgm:pt modelId="{2E7649E4-1AAB-4257-91B7-21C6C64D4EBD}" type="pres">
      <dgm:prSet presAssocID="{CB7DF5C9-BCEA-4BD5-BBAC-F745430D3B9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aptop"/>
        </a:ext>
      </dgm:extLst>
    </dgm:pt>
    <dgm:pt modelId="{F4DD9363-0CE4-416A-AB43-2575864A1310}" type="pres">
      <dgm:prSet presAssocID="{CB7DF5C9-BCEA-4BD5-BBAC-F745430D3B93}" presName="spaceRect" presStyleCnt="0"/>
      <dgm:spPr/>
    </dgm:pt>
    <dgm:pt modelId="{A7EB22CC-6CF9-463F-B93E-3D378D6BBCF0}" type="pres">
      <dgm:prSet presAssocID="{CB7DF5C9-BCEA-4BD5-BBAC-F745430D3B93}" presName="textRect" presStyleLbl="revTx" presStyleIdx="1" presStyleCnt="4">
        <dgm:presLayoutVars>
          <dgm:chMax val="1"/>
          <dgm:chPref val="1"/>
        </dgm:presLayoutVars>
      </dgm:prSet>
      <dgm:spPr/>
    </dgm:pt>
    <dgm:pt modelId="{1C49492F-767E-4B9C-9C96-37E9F0FC0B1D}" type="pres">
      <dgm:prSet presAssocID="{E6054CCF-4038-4E76-B321-36C9A5DDAE05}" presName="sibTrans" presStyleCnt="0"/>
      <dgm:spPr/>
    </dgm:pt>
    <dgm:pt modelId="{74D52E61-826A-4CF1-80CB-49F12C9DCAE7}" type="pres">
      <dgm:prSet presAssocID="{C7A29279-9608-4E9E-920D-1E71095614F5}" presName="compNode" presStyleCnt="0"/>
      <dgm:spPr/>
    </dgm:pt>
    <dgm:pt modelId="{981A6B50-E728-436C-9159-45F91BBB1DE8}" type="pres">
      <dgm:prSet presAssocID="{C7A29279-9608-4E9E-920D-1E71095614F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ull Battery"/>
        </a:ext>
      </dgm:extLst>
    </dgm:pt>
    <dgm:pt modelId="{D4B82F39-FB5C-4065-AA98-953A01CE61E7}" type="pres">
      <dgm:prSet presAssocID="{C7A29279-9608-4E9E-920D-1E71095614F5}" presName="spaceRect" presStyleCnt="0"/>
      <dgm:spPr/>
    </dgm:pt>
    <dgm:pt modelId="{96479DA7-54F5-45A1-814B-C1DF1F4D2088}" type="pres">
      <dgm:prSet presAssocID="{C7A29279-9608-4E9E-920D-1E71095614F5}" presName="textRect" presStyleLbl="revTx" presStyleIdx="2" presStyleCnt="4">
        <dgm:presLayoutVars>
          <dgm:chMax val="1"/>
          <dgm:chPref val="1"/>
        </dgm:presLayoutVars>
      </dgm:prSet>
      <dgm:spPr/>
    </dgm:pt>
    <dgm:pt modelId="{56447F54-D696-4D7E-9C60-270C1454F831}" type="pres">
      <dgm:prSet presAssocID="{0CA3F722-6D8E-4F25-B5A1-B05BF03E69F8}" presName="sibTrans" presStyleCnt="0"/>
      <dgm:spPr/>
    </dgm:pt>
    <dgm:pt modelId="{9FB7D06D-A5CD-4492-B16A-0D2E9A9F211A}" type="pres">
      <dgm:prSet presAssocID="{DA065C46-B0EC-4C67-89E0-F8ED7267470C}" presName="compNode" presStyleCnt="0"/>
      <dgm:spPr/>
    </dgm:pt>
    <dgm:pt modelId="{5DE8CF4A-632F-4A03-8A57-7DFC27A56E3E}" type="pres">
      <dgm:prSet presAssocID="{DA065C46-B0EC-4C67-89E0-F8ED7267470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olume"/>
        </a:ext>
      </dgm:extLst>
    </dgm:pt>
    <dgm:pt modelId="{82F36E94-8BEF-4BC9-9CE8-166C690E8B13}" type="pres">
      <dgm:prSet presAssocID="{DA065C46-B0EC-4C67-89E0-F8ED7267470C}" presName="spaceRect" presStyleCnt="0"/>
      <dgm:spPr/>
    </dgm:pt>
    <dgm:pt modelId="{24467168-0B9D-4961-B9EF-B6DE11E5427D}" type="pres">
      <dgm:prSet presAssocID="{DA065C46-B0EC-4C67-89E0-F8ED7267470C}" presName="textRect" presStyleLbl="revTx" presStyleIdx="3" presStyleCnt="4">
        <dgm:presLayoutVars>
          <dgm:chMax val="1"/>
          <dgm:chPref val="1"/>
        </dgm:presLayoutVars>
      </dgm:prSet>
      <dgm:spPr/>
    </dgm:pt>
  </dgm:ptLst>
  <dgm:cxnLst>
    <dgm:cxn modelId="{3C8CDB44-20C2-4FFA-9813-FBF5F7385B0F}" type="presOf" srcId="{5EA25767-6A23-4F42-A51A-F6879E13868E}" destId="{43BCB08C-7AD1-4967-8BCD-E90B451C786B}" srcOrd="0" destOrd="0" presId="urn:microsoft.com/office/officeart/2018/2/layout/IconLabelList"/>
    <dgm:cxn modelId="{5FF75F49-22F6-431E-BB9E-322BF7E0F769}" srcId="{C089FC14-54DE-4EB3-9FA0-85FB2A2474B1}" destId="{5EA25767-6A23-4F42-A51A-F6879E13868E}" srcOrd="0" destOrd="0" parTransId="{FAED93F9-F96F-4E56-A0FF-3D6C755536EE}" sibTransId="{A7A6F991-971A-4072-B439-06AF55B5CD14}"/>
    <dgm:cxn modelId="{25475464-503F-490E-902D-9BF6CED19F46}" type="presOf" srcId="{DA065C46-B0EC-4C67-89E0-F8ED7267470C}" destId="{24467168-0B9D-4961-B9EF-B6DE11E5427D}" srcOrd="0" destOrd="0" presId="urn:microsoft.com/office/officeart/2018/2/layout/IconLabelList"/>
    <dgm:cxn modelId="{7DD8428D-13D8-4BD5-A5C3-553E654452EF}" srcId="{C089FC14-54DE-4EB3-9FA0-85FB2A2474B1}" destId="{CB7DF5C9-BCEA-4BD5-BBAC-F745430D3B93}" srcOrd="1" destOrd="0" parTransId="{17E34A5D-0A59-47DA-BFD5-11E41F59BFB7}" sibTransId="{E6054CCF-4038-4E76-B321-36C9A5DDAE05}"/>
    <dgm:cxn modelId="{F5A88F91-E58F-4646-BBD5-A546A13A1A50}" type="presOf" srcId="{C089FC14-54DE-4EB3-9FA0-85FB2A2474B1}" destId="{1D9F677F-A34F-4539-AE37-2D9A8536E839}" srcOrd="0" destOrd="0" presId="urn:microsoft.com/office/officeart/2018/2/layout/IconLabelList"/>
    <dgm:cxn modelId="{7D78C795-1929-445C-950F-D1EFB61395CD}" type="presOf" srcId="{CB7DF5C9-BCEA-4BD5-BBAC-F745430D3B93}" destId="{A7EB22CC-6CF9-463F-B93E-3D378D6BBCF0}" srcOrd="0" destOrd="0" presId="urn:microsoft.com/office/officeart/2018/2/layout/IconLabelList"/>
    <dgm:cxn modelId="{0996E6A8-5CCB-48B4-AC30-496085C6D917}" type="presOf" srcId="{C7A29279-9608-4E9E-920D-1E71095614F5}" destId="{96479DA7-54F5-45A1-814B-C1DF1F4D2088}" srcOrd="0" destOrd="0" presId="urn:microsoft.com/office/officeart/2018/2/layout/IconLabelList"/>
    <dgm:cxn modelId="{5867B1D1-8EAA-4CE0-8483-D9DFE7ECCB95}" srcId="{C089FC14-54DE-4EB3-9FA0-85FB2A2474B1}" destId="{DA065C46-B0EC-4C67-89E0-F8ED7267470C}" srcOrd="3" destOrd="0" parTransId="{4C74A652-0DDB-403C-8C7B-888F244DCD88}" sibTransId="{8F0D9439-4BEE-4E6B-9BE8-8900514CC617}"/>
    <dgm:cxn modelId="{013798F7-D687-4438-BA8C-6FC4FFB22CEA}" srcId="{C089FC14-54DE-4EB3-9FA0-85FB2A2474B1}" destId="{C7A29279-9608-4E9E-920D-1E71095614F5}" srcOrd="2" destOrd="0" parTransId="{CA9C2CE0-3F42-4F85-9FAF-3F291743C528}" sibTransId="{0CA3F722-6D8E-4F25-B5A1-B05BF03E69F8}"/>
    <dgm:cxn modelId="{D861C5EF-0ED3-4B25-91F7-1496EC624515}" type="presParOf" srcId="{1D9F677F-A34F-4539-AE37-2D9A8536E839}" destId="{ACC347DF-8C5E-49C4-AF45-5B3B2B083BCB}" srcOrd="0" destOrd="0" presId="urn:microsoft.com/office/officeart/2018/2/layout/IconLabelList"/>
    <dgm:cxn modelId="{0CC660CA-4E46-4CC7-85CD-65DDF17D63DD}" type="presParOf" srcId="{ACC347DF-8C5E-49C4-AF45-5B3B2B083BCB}" destId="{994279DC-2987-4135-B6E4-599BC667B721}" srcOrd="0" destOrd="0" presId="urn:microsoft.com/office/officeart/2018/2/layout/IconLabelList"/>
    <dgm:cxn modelId="{1B8AAA2D-B032-485D-A495-09B4979A59F4}" type="presParOf" srcId="{ACC347DF-8C5E-49C4-AF45-5B3B2B083BCB}" destId="{A6CD125E-349D-49E9-A873-1ADE79ED2595}" srcOrd="1" destOrd="0" presId="urn:microsoft.com/office/officeart/2018/2/layout/IconLabelList"/>
    <dgm:cxn modelId="{F213B4F3-8682-4555-A414-584F79681656}" type="presParOf" srcId="{ACC347DF-8C5E-49C4-AF45-5B3B2B083BCB}" destId="{43BCB08C-7AD1-4967-8BCD-E90B451C786B}" srcOrd="2" destOrd="0" presId="urn:microsoft.com/office/officeart/2018/2/layout/IconLabelList"/>
    <dgm:cxn modelId="{A189A998-CF07-4C78-B249-5CEC1D873DFB}" type="presParOf" srcId="{1D9F677F-A34F-4539-AE37-2D9A8536E839}" destId="{24A13CCC-D9EA-453B-8985-ABD0B08917E9}" srcOrd="1" destOrd="0" presId="urn:microsoft.com/office/officeart/2018/2/layout/IconLabelList"/>
    <dgm:cxn modelId="{FB086435-C38B-45FB-A8BF-7541D051C044}" type="presParOf" srcId="{1D9F677F-A34F-4539-AE37-2D9A8536E839}" destId="{B8FDE42D-3FA4-4B36-9EB3-3886328B323C}" srcOrd="2" destOrd="0" presId="urn:microsoft.com/office/officeart/2018/2/layout/IconLabelList"/>
    <dgm:cxn modelId="{1CE1A5AE-A7D4-4CF5-A3C8-38950E31A64F}" type="presParOf" srcId="{B8FDE42D-3FA4-4B36-9EB3-3886328B323C}" destId="{2E7649E4-1AAB-4257-91B7-21C6C64D4EBD}" srcOrd="0" destOrd="0" presId="urn:microsoft.com/office/officeart/2018/2/layout/IconLabelList"/>
    <dgm:cxn modelId="{F74B78A9-78D7-47BE-B4B8-2E34ECF2D26C}" type="presParOf" srcId="{B8FDE42D-3FA4-4B36-9EB3-3886328B323C}" destId="{F4DD9363-0CE4-416A-AB43-2575864A1310}" srcOrd="1" destOrd="0" presId="urn:microsoft.com/office/officeart/2018/2/layout/IconLabelList"/>
    <dgm:cxn modelId="{81D44D90-D9C4-4CD2-B47A-5CC362726A0A}" type="presParOf" srcId="{B8FDE42D-3FA4-4B36-9EB3-3886328B323C}" destId="{A7EB22CC-6CF9-463F-B93E-3D378D6BBCF0}" srcOrd="2" destOrd="0" presId="urn:microsoft.com/office/officeart/2018/2/layout/IconLabelList"/>
    <dgm:cxn modelId="{2EE311C9-24A6-41DE-AA0D-DB47E2B01B0A}" type="presParOf" srcId="{1D9F677F-A34F-4539-AE37-2D9A8536E839}" destId="{1C49492F-767E-4B9C-9C96-37E9F0FC0B1D}" srcOrd="3" destOrd="0" presId="urn:microsoft.com/office/officeart/2018/2/layout/IconLabelList"/>
    <dgm:cxn modelId="{C8F5F871-8AC5-4094-A736-F8F5C2BE0AAA}" type="presParOf" srcId="{1D9F677F-A34F-4539-AE37-2D9A8536E839}" destId="{74D52E61-826A-4CF1-80CB-49F12C9DCAE7}" srcOrd="4" destOrd="0" presId="urn:microsoft.com/office/officeart/2018/2/layout/IconLabelList"/>
    <dgm:cxn modelId="{F82DD01B-4290-4450-BCEA-214C50EFB148}" type="presParOf" srcId="{74D52E61-826A-4CF1-80CB-49F12C9DCAE7}" destId="{981A6B50-E728-436C-9159-45F91BBB1DE8}" srcOrd="0" destOrd="0" presId="urn:microsoft.com/office/officeart/2018/2/layout/IconLabelList"/>
    <dgm:cxn modelId="{5730F0FC-34C2-415B-81B2-DF1A67511962}" type="presParOf" srcId="{74D52E61-826A-4CF1-80CB-49F12C9DCAE7}" destId="{D4B82F39-FB5C-4065-AA98-953A01CE61E7}" srcOrd="1" destOrd="0" presId="urn:microsoft.com/office/officeart/2018/2/layout/IconLabelList"/>
    <dgm:cxn modelId="{D50E12E0-DFDE-45C8-B16E-FBB9A58848C5}" type="presParOf" srcId="{74D52E61-826A-4CF1-80CB-49F12C9DCAE7}" destId="{96479DA7-54F5-45A1-814B-C1DF1F4D2088}" srcOrd="2" destOrd="0" presId="urn:microsoft.com/office/officeart/2018/2/layout/IconLabelList"/>
    <dgm:cxn modelId="{5B96D0E9-9481-47CB-95CA-3BAEF7D867AC}" type="presParOf" srcId="{1D9F677F-A34F-4539-AE37-2D9A8536E839}" destId="{56447F54-D696-4D7E-9C60-270C1454F831}" srcOrd="5" destOrd="0" presId="urn:microsoft.com/office/officeart/2018/2/layout/IconLabelList"/>
    <dgm:cxn modelId="{B794EF06-16C2-43A0-99EF-A3A0EDDB0929}" type="presParOf" srcId="{1D9F677F-A34F-4539-AE37-2D9A8536E839}" destId="{9FB7D06D-A5CD-4492-B16A-0D2E9A9F211A}" srcOrd="6" destOrd="0" presId="urn:microsoft.com/office/officeart/2018/2/layout/IconLabelList"/>
    <dgm:cxn modelId="{8CE5A710-4666-490C-8E56-EAF22131E2CA}" type="presParOf" srcId="{9FB7D06D-A5CD-4492-B16A-0D2E9A9F211A}" destId="{5DE8CF4A-632F-4A03-8A57-7DFC27A56E3E}" srcOrd="0" destOrd="0" presId="urn:microsoft.com/office/officeart/2018/2/layout/IconLabelList"/>
    <dgm:cxn modelId="{E993AB60-0F4F-4FA4-90A0-971DE326B51B}" type="presParOf" srcId="{9FB7D06D-A5CD-4492-B16A-0D2E9A9F211A}" destId="{82F36E94-8BEF-4BC9-9CE8-166C690E8B13}" srcOrd="1" destOrd="0" presId="urn:microsoft.com/office/officeart/2018/2/layout/IconLabelList"/>
    <dgm:cxn modelId="{88AA6D6A-661C-4D13-A0B5-07EBF894C2C7}" type="presParOf" srcId="{9FB7D06D-A5CD-4492-B16A-0D2E9A9F211A}" destId="{24467168-0B9D-4961-B9EF-B6DE11E5427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89FC14-54DE-4EB3-9FA0-85FB2A2474B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EA25767-6A23-4F42-A51A-F6879E13868E}">
      <dgm:prSet/>
      <dgm:spPr>
        <a:blipFill>
          <a:blip xmlns:r="http://schemas.openxmlformats.org/officeDocument/2006/relationships" r:embed="rId1"/>
          <a:stretch>
            <a:fillRect l="-9859" t="-12281" r="-9859"/>
          </a:stretch>
        </a:blipFill>
      </dgm:spPr>
      <dgm:t>
        <a:bodyPr/>
        <a:lstStyle/>
        <a:p>
          <a:r>
            <a:rPr lang="en-US">
              <a:noFill/>
            </a:rPr>
            <a:t> </a:t>
          </a:r>
        </a:p>
      </dgm:t>
    </dgm:pt>
    <dgm:pt modelId="{FAED93F9-F96F-4E56-A0FF-3D6C755536EE}" type="parTrans" cxnId="{5FF75F49-22F6-431E-BB9E-322BF7E0F769}">
      <dgm:prSet/>
      <dgm:spPr/>
      <dgm:t>
        <a:bodyPr/>
        <a:lstStyle/>
        <a:p>
          <a:endParaRPr lang="en-US"/>
        </a:p>
      </dgm:t>
    </dgm:pt>
    <dgm:pt modelId="{A7A6F991-971A-4072-B439-06AF55B5CD14}" type="sibTrans" cxnId="{5FF75F49-22F6-431E-BB9E-322BF7E0F769}">
      <dgm:prSet/>
      <dgm:spPr/>
      <dgm:t>
        <a:bodyPr/>
        <a:lstStyle/>
        <a:p>
          <a:endParaRPr lang="en-US"/>
        </a:p>
      </dgm:t>
    </dgm:pt>
    <dgm:pt modelId="{CB7DF5C9-BCEA-4BD5-BBAC-F745430D3B93}">
      <dgm:prSet/>
      <dgm:spPr>
        <a:blipFill>
          <a:blip xmlns:r="http://schemas.openxmlformats.org/officeDocument/2006/relationships" r:embed="rId2"/>
          <a:stretch>
            <a:fillRect l="-9091" t="-12281" r="-9790"/>
          </a:stretch>
        </a:blipFill>
      </dgm:spPr>
      <dgm:t>
        <a:bodyPr/>
        <a:lstStyle/>
        <a:p>
          <a:r>
            <a:rPr lang="en-US">
              <a:noFill/>
            </a:rPr>
            <a:t> </a:t>
          </a:r>
        </a:p>
      </dgm:t>
    </dgm:pt>
    <dgm:pt modelId="{17E34A5D-0A59-47DA-BFD5-11E41F59BFB7}" type="parTrans" cxnId="{7DD8428D-13D8-4BD5-A5C3-553E654452EF}">
      <dgm:prSet/>
      <dgm:spPr/>
      <dgm:t>
        <a:bodyPr/>
        <a:lstStyle/>
        <a:p>
          <a:endParaRPr lang="en-US"/>
        </a:p>
      </dgm:t>
    </dgm:pt>
    <dgm:pt modelId="{E6054CCF-4038-4E76-B321-36C9A5DDAE05}" type="sibTrans" cxnId="{7DD8428D-13D8-4BD5-A5C3-553E654452EF}">
      <dgm:prSet/>
      <dgm:spPr/>
      <dgm:t>
        <a:bodyPr/>
        <a:lstStyle/>
        <a:p>
          <a:endParaRPr lang="en-US"/>
        </a:p>
      </dgm:t>
    </dgm:pt>
    <dgm:pt modelId="{C7A29279-9608-4E9E-920D-1E71095614F5}">
      <dgm:prSet/>
      <dgm:spPr>
        <a:blipFill>
          <a:blip xmlns:r="http://schemas.openxmlformats.org/officeDocument/2006/relationships" r:embed="rId3"/>
          <a:stretch>
            <a:fillRect l="-6294" t="-12281" r="-5594"/>
          </a:stretch>
        </a:blipFill>
      </dgm:spPr>
      <dgm:t>
        <a:bodyPr/>
        <a:lstStyle/>
        <a:p>
          <a:r>
            <a:rPr lang="en-US">
              <a:noFill/>
            </a:rPr>
            <a:t> </a:t>
          </a:r>
        </a:p>
      </dgm:t>
    </dgm:pt>
    <dgm:pt modelId="{CA9C2CE0-3F42-4F85-9FAF-3F291743C528}" type="parTrans" cxnId="{013798F7-D687-4438-BA8C-6FC4FFB22CEA}">
      <dgm:prSet/>
      <dgm:spPr/>
      <dgm:t>
        <a:bodyPr/>
        <a:lstStyle/>
        <a:p>
          <a:endParaRPr lang="en-US"/>
        </a:p>
      </dgm:t>
    </dgm:pt>
    <dgm:pt modelId="{0CA3F722-6D8E-4F25-B5A1-B05BF03E69F8}" type="sibTrans" cxnId="{013798F7-D687-4438-BA8C-6FC4FFB22CEA}">
      <dgm:prSet/>
      <dgm:spPr/>
      <dgm:t>
        <a:bodyPr/>
        <a:lstStyle/>
        <a:p>
          <a:endParaRPr lang="en-US"/>
        </a:p>
      </dgm:t>
    </dgm:pt>
    <dgm:pt modelId="{DA065C46-B0EC-4C67-89E0-F8ED7267470C}">
      <dgm:prSet/>
      <dgm:spPr>
        <a:blipFill>
          <a:blip xmlns:r="http://schemas.openxmlformats.org/officeDocument/2006/relationships" r:embed="rId4"/>
          <a:stretch>
            <a:fillRect l="-1408" t="-12281" r="-1408"/>
          </a:stretch>
        </a:blipFill>
      </dgm:spPr>
      <dgm:t>
        <a:bodyPr/>
        <a:lstStyle/>
        <a:p>
          <a:r>
            <a:rPr lang="en-US">
              <a:noFill/>
            </a:rPr>
            <a:t> </a:t>
          </a:r>
        </a:p>
      </dgm:t>
    </dgm:pt>
    <dgm:pt modelId="{4C74A652-0DDB-403C-8C7B-888F244DCD88}" type="parTrans" cxnId="{5867B1D1-8EAA-4CE0-8483-D9DFE7ECCB95}">
      <dgm:prSet/>
      <dgm:spPr/>
      <dgm:t>
        <a:bodyPr/>
        <a:lstStyle/>
        <a:p>
          <a:endParaRPr lang="en-US"/>
        </a:p>
      </dgm:t>
    </dgm:pt>
    <dgm:pt modelId="{8F0D9439-4BEE-4E6B-9BE8-8900514CC617}" type="sibTrans" cxnId="{5867B1D1-8EAA-4CE0-8483-D9DFE7ECCB95}">
      <dgm:prSet/>
      <dgm:spPr/>
      <dgm:t>
        <a:bodyPr/>
        <a:lstStyle/>
        <a:p>
          <a:endParaRPr lang="en-US"/>
        </a:p>
      </dgm:t>
    </dgm:pt>
    <dgm:pt modelId="{1D9F677F-A34F-4539-AE37-2D9A8536E839}" type="pres">
      <dgm:prSet presAssocID="{C089FC14-54DE-4EB3-9FA0-85FB2A2474B1}" presName="root" presStyleCnt="0">
        <dgm:presLayoutVars>
          <dgm:dir/>
          <dgm:resizeHandles val="exact"/>
        </dgm:presLayoutVars>
      </dgm:prSet>
      <dgm:spPr/>
    </dgm:pt>
    <dgm:pt modelId="{ACC347DF-8C5E-49C4-AF45-5B3B2B083BCB}" type="pres">
      <dgm:prSet presAssocID="{5EA25767-6A23-4F42-A51A-F6879E13868E}" presName="compNode" presStyleCnt="0"/>
      <dgm:spPr/>
    </dgm:pt>
    <dgm:pt modelId="{994279DC-2987-4135-B6E4-599BC667B721}" type="pres">
      <dgm:prSet presAssocID="{5EA25767-6A23-4F42-A51A-F6879E13868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igh Voltage"/>
        </a:ext>
      </dgm:extLst>
    </dgm:pt>
    <dgm:pt modelId="{A6CD125E-349D-49E9-A873-1ADE79ED2595}" type="pres">
      <dgm:prSet presAssocID="{5EA25767-6A23-4F42-A51A-F6879E13868E}" presName="spaceRect" presStyleCnt="0"/>
      <dgm:spPr/>
    </dgm:pt>
    <dgm:pt modelId="{43BCB08C-7AD1-4967-8BCD-E90B451C786B}" type="pres">
      <dgm:prSet presAssocID="{5EA25767-6A23-4F42-A51A-F6879E13868E}" presName="textRect" presStyleLbl="revTx" presStyleIdx="0" presStyleCnt="4">
        <dgm:presLayoutVars>
          <dgm:chMax val="1"/>
          <dgm:chPref val="1"/>
        </dgm:presLayoutVars>
      </dgm:prSet>
      <dgm:spPr/>
    </dgm:pt>
    <dgm:pt modelId="{24A13CCC-D9EA-453B-8985-ABD0B08917E9}" type="pres">
      <dgm:prSet presAssocID="{A7A6F991-971A-4072-B439-06AF55B5CD14}" presName="sibTrans" presStyleCnt="0"/>
      <dgm:spPr/>
    </dgm:pt>
    <dgm:pt modelId="{B8FDE42D-3FA4-4B36-9EB3-3886328B323C}" type="pres">
      <dgm:prSet presAssocID="{CB7DF5C9-BCEA-4BD5-BBAC-F745430D3B93}" presName="compNode" presStyleCnt="0"/>
      <dgm:spPr/>
    </dgm:pt>
    <dgm:pt modelId="{2E7649E4-1AAB-4257-91B7-21C6C64D4EBD}" type="pres">
      <dgm:prSet presAssocID="{CB7DF5C9-BCEA-4BD5-BBAC-F745430D3B9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aptop"/>
        </a:ext>
      </dgm:extLst>
    </dgm:pt>
    <dgm:pt modelId="{F4DD9363-0CE4-416A-AB43-2575864A1310}" type="pres">
      <dgm:prSet presAssocID="{CB7DF5C9-BCEA-4BD5-BBAC-F745430D3B93}" presName="spaceRect" presStyleCnt="0"/>
      <dgm:spPr/>
    </dgm:pt>
    <dgm:pt modelId="{A7EB22CC-6CF9-463F-B93E-3D378D6BBCF0}" type="pres">
      <dgm:prSet presAssocID="{CB7DF5C9-BCEA-4BD5-BBAC-F745430D3B93}" presName="textRect" presStyleLbl="revTx" presStyleIdx="1" presStyleCnt="4">
        <dgm:presLayoutVars>
          <dgm:chMax val="1"/>
          <dgm:chPref val="1"/>
        </dgm:presLayoutVars>
      </dgm:prSet>
      <dgm:spPr/>
    </dgm:pt>
    <dgm:pt modelId="{1C49492F-767E-4B9C-9C96-37E9F0FC0B1D}" type="pres">
      <dgm:prSet presAssocID="{E6054CCF-4038-4E76-B321-36C9A5DDAE05}" presName="sibTrans" presStyleCnt="0"/>
      <dgm:spPr/>
    </dgm:pt>
    <dgm:pt modelId="{74D52E61-826A-4CF1-80CB-49F12C9DCAE7}" type="pres">
      <dgm:prSet presAssocID="{C7A29279-9608-4E9E-920D-1E71095614F5}" presName="compNode" presStyleCnt="0"/>
      <dgm:spPr/>
    </dgm:pt>
    <dgm:pt modelId="{981A6B50-E728-436C-9159-45F91BBB1DE8}" type="pres">
      <dgm:prSet presAssocID="{C7A29279-9608-4E9E-920D-1E71095614F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Full Battery"/>
        </a:ext>
      </dgm:extLst>
    </dgm:pt>
    <dgm:pt modelId="{D4B82F39-FB5C-4065-AA98-953A01CE61E7}" type="pres">
      <dgm:prSet presAssocID="{C7A29279-9608-4E9E-920D-1E71095614F5}" presName="spaceRect" presStyleCnt="0"/>
      <dgm:spPr/>
    </dgm:pt>
    <dgm:pt modelId="{96479DA7-54F5-45A1-814B-C1DF1F4D2088}" type="pres">
      <dgm:prSet presAssocID="{C7A29279-9608-4E9E-920D-1E71095614F5}" presName="textRect" presStyleLbl="revTx" presStyleIdx="2" presStyleCnt="4">
        <dgm:presLayoutVars>
          <dgm:chMax val="1"/>
          <dgm:chPref val="1"/>
        </dgm:presLayoutVars>
      </dgm:prSet>
      <dgm:spPr/>
    </dgm:pt>
    <dgm:pt modelId="{56447F54-D696-4D7E-9C60-270C1454F831}" type="pres">
      <dgm:prSet presAssocID="{0CA3F722-6D8E-4F25-B5A1-B05BF03E69F8}" presName="sibTrans" presStyleCnt="0"/>
      <dgm:spPr/>
    </dgm:pt>
    <dgm:pt modelId="{9FB7D06D-A5CD-4492-B16A-0D2E9A9F211A}" type="pres">
      <dgm:prSet presAssocID="{DA065C46-B0EC-4C67-89E0-F8ED7267470C}" presName="compNode" presStyleCnt="0"/>
      <dgm:spPr/>
    </dgm:pt>
    <dgm:pt modelId="{5DE8CF4A-632F-4A03-8A57-7DFC27A56E3E}" type="pres">
      <dgm:prSet presAssocID="{DA065C46-B0EC-4C67-89E0-F8ED7267470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Volume"/>
        </a:ext>
      </dgm:extLst>
    </dgm:pt>
    <dgm:pt modelId="{82F36E94-8BEF-4BC9-9CE8-166C690E8B13}" type="pres">
      <dgm:prSet presAssocID="{DA065C46-B0EC-4C67-89E0-F8ED7267470C}" presName="spaceRect" presStyleCnt="0"/>
      <dgm:spPr/>
    </dgm:pt>
    <dgm:pt modelId="{24467168-0B9D-4961-B9EF-B6DE11E5427D}" type="pres">
      <dgm:prSet presAssocID="{DA065C46-B0EC-4C67-89E0-F8ED7267470C}" presName="textRect" presStyleLbl="revTx" presStyleIdx="3" presStyleCnt="4">
        <dgm:presLayoutVars>
          <dgm:chMax val="1"/>
          <dgm:chPref val="1"/>
        </dgm:presLayoutVars>
      </dgm:prSet>
      <dgm:spPr/>
    </dgm:pt>
  </dgm:ptLst>
  <dgm:cxnLst>
    <dgm:cxn modelId="{3C8CDB44-20C2-4FFA-9813-FBF5F7385B0F}" type="presOf" srcId="{5EA25767-6A23-4F42-A51A-F6879E13868E}" destId="{43BCB08C-7AD1-4967-8BCD-E90B451C786B}" srcOrd="0" destOrd="0" presId="urn:microsoft.com/office/officeart/2018/2/layout/IconLabelList"/>
    <dgm:cxn modelId="{5FF75F49-22F6-431E-BB9E-322BF7E0F769}" srcId="{C089FC14-54DE-4EB3-9FA0-85FB2A2474B1}" destId="{5EA25767-6A23-4F42-A51A-F6879E13868E}" srcOrd="0" destOrd="0" parTransId="{FAED93F9-F96F-4E56-A0FF-3D6C755536EE}" sibTransId="{A7A6F991-971A-4072-B439-06AF55B5CD14}"/>
    <dgm:cxn modelId="{25475464-503F-490E-902D-9BF6CED19F46}" type="presOf" srcId="{DA065C46-B0EC-4C67-89E0-F8ED7267470C}" destId="{24467168-0B9D-4961-B9EF-B6DE11E5427D}" srcOrd="0" destOrd="0" presId="urn:microsoft.com/office/officeart/2018/2/layout/IconLabelList"/>
    <dgm:cxn modelId="{7DD8428D-13D8-4BD5-A5C3-553E654452EF}" srcId="{C089FC14-54DE-4EB3-9FA0-85FB2A2474B1}" destId="{CB7DF5C9-BCEA-4BD5-BBAC-F745430D3B93}" srcOrd="1" destOrd="0" parTransId="{17E34A5D-0A59-47DA-BFD5-11E41F59BFB7}" sibTransId="{E6054CCF-4038-4E76-B321-36C9A5DDAE05}"/>
    <dgm:cxn modelId="{F5A88F91-E58F-4646-BBD5-A546A13A1A50}" type="presOf" srcId="{C089FC14-54DE-4EB3-9FA0-85FB2A2474B1}" destId="{1D9F677F-A34F-4539-AE37-2D9A8536E839}" srcOrd="0" destOrd="0" presId="urn:microsoft.com/office/officeart/2018/2/layout/IconLabelList"/>
    <dgm:cxn modelId="{7D78C795-1929-445C-950F-D1EFB61395CD}" type="presOf" srcId="{CB7DF5C9-BCEA-4BD5-BBAC-F745430D3B93}" destId="{A7EB22CC-6CF9-463F-B93E-3D378D6BBCF0}" srcOrd="0" destOrd="0" presId="urn:microsoft.com/office/officeart/2018/2/layout/IconLabelList"/>
    <dgm:cxn modelId="{0996E6A8-5CCB-48B4-AC30-496085C6D917}" type="presOf" srcId="{C7A29279-9608-4E9E-920D-1E71095614F5}" destId="{96479DA7-54F5-45A1-814B-C1DF1F4D2088}" srcOrd="0" destOrd="0" presId="urn:microsoft.com/office/officeart/2018/2/layout/IconLabelList"/>
    <dgm:cxn modelId="{5867B1D1-8EAA-4CE0-8483-D9DFE7ECCB95}" srcId="{C089FC14-54DE-4EB3-9FA0-85FB2A2474B1}" destId="{DA065C46-B0EC-4C67-89E0-F8ED7267470C}" srcOrd="3" destOrd="0" parTransId="{4C74A652-0DDB-403C-8C7B-888F244DCD88}" sibTransId="{8F0D9439-4BEE-4E6B-9BE8-8900514CC617}"/>
    <dgm:cxn modelId="{013798F7-D687-4438-BA8C-6FC4FFB22CEA}" srcId="{C089FC14-54DE-4EB3-9FA0-85FB2A2474B1}" destId="{C7A29279-9608-4E9E-920D-1E71095614F5}" srcOrd="2" destOrd="0" parTransId="{CA9C2CE0-3F42-4F85-9FAF-3F291743C528}" sibTransId="{0CA3F722-6D8E-4F25-B5A1-B05BF03E69F8}"/>
    <dgm:cxn modelId="{D861C5EF-0ED3-4B25-91F7-1496EC624515}" type="presParOf" srcId="{1D9F677F-A34F-4539-AE37-2D9A8536E839}" destId="{ACC347DF-8C5E-49C4-AF45-5B3B2B083BCB}" srcOrd="0" destOrd="0" presId="urn:microsoft.com/office/officeart/2018/2/layout/IconLabelList"/>
    <dgm:cxn modelId="{0CC660CA-4E46-4CC7-85CD-65DDF17D63DD}" type="presParOf" srcId="{ACC347DF-8C5E-49C4-AF45-5B3B2B083BCB}" destId="{994279DC-2987-4135-B6E4-599BC667B721}" srcOrd="0" destOrd="0" presId="urn:microsoft.com/office/officeart/2018/2/layout/IconLabelList"/>
    <dgm:cxn modelId="{1B8AAA2D-B032-485D-A495-09B4979A59F4}" type="presParOf" srcId="{ACC347DF-8C5E-49C4-AF45-5B3B2B083BCB}" destId="{A6CD125E-349D-49E9-A873-1ADE79ED2595}" srcOrd="1" destOrd="0" presId="urn:microsoft.com/office/officeart/2018/2/layout/IconLabelList"/>
    <dgm:cxn modelId="{F213B4F3-8682-4555-A414-584F79681656}" type="presParOf" srcId="{ACC347DF-8C5E-49C4-AF45-5B3B2B083BCB}" destId="{43BCB08C-7AD1-4967-8BCD-E90B451C786B}" srcOrd="2" destOrd="0" presId="urn:microsoft.com/office/officeart/2018/2/layout/IconLabelList"/>
    <dgm:cxn modelId="{A189A998-CF07-4C78-B249-5CEC1D873DFB}" type="presParOf" srcId="{1D9F677F-A34F-4539-AE37-2D9A8536E839}" destId="{24A13CCC-D9EA-453B-8985-ABD0B08917E9}" srcOrd="1" destOrd="0" presId="urn:microsoft.com/office/officeart/2018/2/layout/IconLabelList"/>
    <dgm:cxn modelId="{FB086435-C38B-45FB-A8BF-7541D051C044}" type="presParOf" srcId="{1D9F677F-A34F-4539-AE37-2D9A8536E839}" destId="{B8FDE42D-3FA4-4B36-9EB3-3886328B323C}" srcOrd="2" destOrd="0" presId="urn:microsoft.com/office/officeart/2018/2/layout/IconLabelList"/>
    <dgm:cxn modelId="{1CE1A5AE-A7D4-4CF5-A3C8-38950E31A64F}" type="presParOf" srcId="{B8FDE42D-3FA4-4B36-9EB3-3886328B323C}" destId="{2E7649E4-1AAB-4257-91B7-21C6C64D4EBD}" srcOrd="0" destOrd="0" presId="urn:microsoft.com/office/officeart/2018/2/layout/IconLabelList"/>
    <dgm:cxn modelId="{F74B78A9-78D7-47BE-B4B8-2E34ECF2D26C}" type="presParOf" srcId="{B8FDE42D-3FA4-4B36-9EB3-3886328B323C}" destId="{F4DD9363-0CE4-416A-AB43-2575864A1310}" srcOrd="1" destOrd="0" presId="urn:microsoft.com/office/officeart/2018/2/layout/IconLabelList"/>
    <dgm:cxn modelId="{81D44D90-D9C4-4CD2-B47A-5CC362726A0A}" type="presParOf" srcId="{B8FDE42D-3FA4-4B36-9EB3-3886328B323C}" destId="{A7EB22CC-6CF9-463F-B93E-3D378D6BBCF0}" srcOrd="2" destOrd="0" presId="urn:microsoft.com/office/officeart/2018/2/layout/IconLabelList"/>
    <dgm:cxn modelId="{2EE311C9-24A6-41DE-AA0D-DB47E2B01B0A}" type="presParOf" srcId="{1D9F677F-A34F-4539-AE37-2D9A8536E839}" destId="{1C49492F-767E-4B9C-9C96-37E9F0FC0B1D}" srcOrd="3" destOrd="0" presId="urn:microsoft.com/office/officeart/2018/2/layout/IconLabelList"/>
    <dgm:cxn modelId="{C8F5F871-8AC5-4094-A736-F8F5C2BE0AAA}" type="presParOf" srcId="{1D9F677F-A34F-4539-AE37-2D9A8536E839}" destId="{74D52E61-826A-4CF1-80CB-49F12C9DCAE7}" srcOrd="4" destOrd="0" presId="urn:microsoft.com/office/officeart/2018/2/layout/IconLabelList"/>
    <dgm:cxn modelId="{F82DD01B-4290-4450-BCEA-214C50EFB148}" type="presParOf" srcId="{74D52E61-826A-4CF1-80CB-49F12C9DCAE7}" destId="{981A6B50-E728-436C-9159-45F91BBB1DE8}" srcOrd="0" destOrd="0" presId="urn:microsoft.com/office/officeart/2018/2/layout/IconLabelList"/>
    <dgm:cxn modelId="{5730F0FC-34C2-415B-81B2-DF1A67511962}" type="presParOf" srcId="{74D52E61-826A-4CF1-80CB-49F12C9DCAE7}" destId="{D4B82F39-FB5C-4065-AA98-953A01CE61E7}" srcOrd="1" destOrd="0" presId="urn:microsoft.com/office/officeart/2018/2/layout/IconLabelList"/>
    <dgm:cxn modelId="{D50E12E0-DFDE-45C8-B16E-FBB9A58848C5}" type="presParOf" srcId="{74D52E61-826A-4CF1-80CB-49F12C9DCAE7}" destId="{96479DA7-54F5-45A1-814B-C1DF1F4D2088}" srcOrd="2" destOrd="0" presId="urn:microsoft.com/office/officeart/2018/2/layout/IconLabelList"/>
    <dgm:cxn modelId="{5B96D0E9-9481-47CB-95CA-3BAEF7D867AC}" type="presParOf" srcId="{1D9F677F-A34F-4539-AE37-2D9A8536E839}" destId="{56447F54-D696-4D7E-9C60-270C1454F831}" srcOrd="5" destOrd="0" presId="urn:microsoft.com/office/officeart/2018/2/layout/IconLabelList"/>
    <dgm:cxn modelId="{B794EF06-16C2-43A0-99EF-A3A0EDDB0929}" type="presParOf" srcId="{1D9F677F-A34F-4539-AE37-2D9A8536E839}" destId="{9FB7D06D-A5CD-4492-B16A-0D2E9A9F211A}" srcOrd="6" destOrd="0" presId="urn:microsoft.com/office/officeart/2018/2/layout/IconLabelList"/>
    <dgm:cxn modelId="{8CE5A710-4666-490C-8E56-EAF22131E2CA}" type="presParOf" srcId="{9FB7D06D-A5CD-4492-B16A-0D2E9A9F211A}" destId="{5DE8CF4A-632F-4A03-8A57-7DFC27A56E3E}" srcOrd="0" destOrd="0" presId="urn:microsoft.com/office/officeart/2018/2/layout/IconLabelList"/>
    <dgm:cxn modelId="{E993AB60-0F4F-4FA4-90A0-971DE326B51B}" type="presParOf" srcId="{9FB7D06D-A5CD-4492-B16A-0D2E9A9F211A}" destId="{82F36E94-8BEF-4BC9-9CE8-166C690E8B13}" srcOrd="1" destOrd="0" presId="urn:microsoft.com/office/officeart/2018/2/layout/IconLabelList"/>
    <dgm:cxn modelId="{88AA6D6A-661C-4D13-A0B5-07EBF894C2C7}" type="presParOf" srcId="{9FB7D06D-A5CD-4492-B16A-0D2E9A9F211A}" destId="{24467168-0B9D-4961-B9EF-B6DE11E5427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9382F6C-AA51-40BB-AD3B-AFFA32BD9324}" type="doc">
      <dgm:prSet loTypeId="urn:microsoft.com/office/officeart/2018/5/layout/IconCircleLabelList" loCatId="icon" qsTypeId="urn:microsoft.com/office/officeart/2005/8/quickstyle/simple1" qsCatId="simple" csTypeId="urn:microsoft.com/office/officeart/2018/5/colors/Iconchunking_neutralicon_accent1_2" csCatId="accent1" phldr="1"/>
      <dgm:spPr/>
      <dgm:t>
        <a:bodyPr/>
        <a:lstStyle/>
        <a:p>
          <a:endParaRPr lang="en-US"/>
        </a:p>
      </dgm:t>
    </dgm:pt>
    <dgm:pt modelId="{28C426DD-5368-4D15-9C0F-E612428315E9}">
      <dgm:prSet/>
      <dgm:spPr/>
      <dgm:t>
        <a:bodyPr/>
        <a:lstStyle/>
        <a:p>
          <a:pPr>
            <a:defRPr cap="all"/>
          </a:pPr>
          <a:r>
            <a:rPr lang="en-US" dirty="0"/>
            <a:t>Functional system achieved</a:t>
          </a:r>
        </a:p>
      </dgm:t>
    </dgm:pt>
    <dgm:pt modelId="{A9C607CA-9A82-42BB-974C-5CABCFC1801B}" type="parTrans" cxnId="{BA8EA371-43B9-46F9-BA5E-71144D7C3530}">
      <dgm:prSet/>
      <dgm:spPr/>
      <dgm:t>
        <a:bodyPr/>
        <a:lstStyle/>
        <a:p>
          <a:endParaRPr lang="en-US"/>
        </a:p>
      </dgm:t>
    </dgm:pt>
    <dgm:pt modelId="{6CA4E397-DCB9-44F0-B0C1-83985DF1A4A7}" type="sibTrans" cxnId="{BA8EA371-43B9-46F9-BA5E-71144D7C3530}">
      <dgm:prSet/>
      <dgm:spPr/>
      <dgm:t>
        <a:bodyPr/>
        <a:lstStyle/>
        <a:p>
          <a:endParaRPr lang="en-US"/>
        </a:p>
      </dgm:t>
    </dgm:pt>
    <dgm:pt modelId="{4DF70C50-3980-433C-89D1-B9DD6C893D8D}">
      <dgm:prSet/>
      <dgm:spPr/>
      <dgm:t>
        <a:bodyPr/>
        <a:lstStyle/>
        <a:p>
          <a:pPr>
            <a:defRPr cap="all"/>
          </a:pPr>
          <a:r>
            <a:rPr lang="en-US"/>
            <a:t>Objectives met</a:t>
          </a:r>
        </a:p>
      </dgm:t>
    </dgm:pt>
    <dgm:pt modelId="{FDBB412F-C7EA-4A93-B330-4F7242463EB0}" type="parTrans" cxnId="{159644BA-A821-4B25-987E-0E63AED6C801}">
      <dgm:prSet/>
      <dgm:spPr/>
      <dgm:t>
        <a:bodyPr/>
        <a:lstStyle/>
        <a:p>
          <a:endParaRPr lang="en-US"/>
        </a:p>
      </dgm:t>
    </dgm:pt>
    <dgm:pt modelId="{5503394E-D5C9-46EA-94DD-88EDFD4F26CD}" type="sibTrans" cxnId="{159644BA-A821-4B25-987E-0E63AED6C801}">
      <dgm:prSet/>
      <dgm:spPr/>
      <dgm:t>
        <a:bodyPr/>
        <a:lstStyle/>
        <a:p>
          <a:endParaRPr lang="en-US"/>
        </a:p>
      </dgm:t>
    </dgm:pt>
    <dgm:pt modelId="{D441F27B-A888-45AE-B8EA-5EFE586F80E9}">
      <dgm:prSet/>
      <dgm:spPr/>
      <dgm:t>
        <a:bodyPr/>
        <a:lstStyle/>
        <a:p>
          <a:pPr>
            <a:defRPr cap="all"/>
          </a:pPr>
          <a:r>
            <a:rPr lang="en-US" dirty="0"/>
            <a:t>Engineering principles applied</a:t>
          </a:r>
        </a:p>
      </dgm:t>
    </dgm:pt>
    <dgm:pt modelId="{A749C8DF-EA07-4BC5-ACA5-C207BC3B5F2A}" type="parTrans" cxnId="{AE3ED4A0-2729-4A65-9FFA-D6F7326617E7}">
      <dgm:prSet/>
      <dgm:spPr/>
      <dgm:t>
        <a:bodyPr/>
        <a:lstStyle/>
        <a:p>
          <a:endParaRPr lang="en-US"/>
        </a:p>
      </dgm:t>
    </dgm:pt>
    <dgm:pt modelId="{E6A77CD8-113E-44A0-AB3F-6859966CA266}" type="sibTrans" cxnId="{AE3ED4A0-2729-4A65-9FFA-D6F7326617E7}">
      <dgm:prSet/>
      <dgm:spPr/>
      <dgm:t>
        <a:bodyPr/>
        <a:lstStyle/>
        <a:p>
          <a:endParaRPr lang="en-US"/>
        </a:p>
      </dgm:t>
    </dgm:pt>
    <dgm:pt modelId="{2E0A148E-7163-4EAE-B5EA-5104B2FC86F0}" type="pres">
      <dgm:prSet presAssocID="{19382F6C-AA51-40BB-AD3B-AFFA32BD9324}" presName="root" presStyleCnt="0">
        <dgm:presLayoutVars>
          <dgm:dir/>
          <dgm:resizeHandles val="exact"/>
        </dgm:presLayoutVars>
      </dgm:prSet>
      <dgm:spPr/>
    </dgm:pt>
    <dgm:pt modelId="{1B764AD3-5176-4DBC-940D-6E4C56FD43CF}" type="pres">
      <dgm:prSet presAssocID="{28C426DD-5368-4D15-9C0F-E612428315E9}" presName="compNode" presStyleCnt="0"/>
      <dgm:spPr/>
    </dgm:pt>
    <dgm:pt modelId="{1FF8A906-63E6-487D-AA62-88D5703B5CD8}" type="pres">
      <dgm:prSet presAssocID="{28C426DD-5368-4D15-9C0F-E612428315E9}" presName="iconBgRect" presStyleLbl="bgShp" presStyleIdx="0" presStyleCnt="3"/>
      <dgm:spPr/>
    </dgm:pt>
    <dgm:pt modelId="{936F71C9-4757-4916-9458-9EB8FE8D24B2}" type="pres">
      <dgm:prSet presAssocID="{28C426DD-5368-4D15-9C0F-E612428315E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05CD0633-8897-4F03-A665-290EE20C0292}" type="pres">
      <dgm:prSet presAssocID="{28C426DD-5368-4D15-9C0F-E612428315E9}" presName="spaceRect" presStyleCnt="0"/>
      <dgm:spPr/>
    </dgm:pt>
    <dgm:pt modelId="{65E9BE14-C34C-4908-89A8-633C468638B6}" type="pres">
      <dgm:prSet presAssocID="{28C426DD-5368-4D15-9C0F-E612428315E9}" presName="textRect" presStyleLbl="revTx" presStyleIdx="0" presStyleCnt="3">
        <dgm:presLayoutVars>
          <dgm:chMax val="1"/>
          <dgm:chPref val="1"/>
        </dgm:presLayoutVars>
      </dgm:prSet>
      <dgm:spPr/>
    </dgm:pt>
    <dgm:pt modelId="{1363A2BA-A7D6-4055-BD66-864992EE8F30}" type="pres">
      <dgm:prSet presAssocID="{6CA4E397-DCB9-44F0-B0C1-83985DF1A4A7}" presName="sibTrans" presStyleCnt="0"/>
      <dgm:spPr/>
    </dgm:pt>
    <dgm:pt modelId="{B3E97207-8F98-46B2-A0D7-9E1FA8F66545}" type="pres">
      <dgm:prSet presAssocID="{4DF70C50-3980-433C-89D1-B9DD6C893D8D}" presName="compNode" presStyleCnt="0"/>
      <dgm:spPr/>
    </dgm:pt>
    <dgm:pt modelId="{5893146F-8698-41E2-B41C-22201AEDD9E4}" type="pres">
      <dgm:prSet presAssocID="{4DF70C50-3980-433C-89D1-B9DD6C893D8D}" presName="iconBgRect" presStyleLbl="bgShp" presStyleIdx="1" presStyleCnt="3"/>
      <dgm:spPr/>
    </dgm:pt>
    <dgm:pt modelId="{95BF501E-AD85-44C8-AC63-FE786FA322E8}" type="pres">
      <dgm:prSet presAssocID="{4DF70C50-3980-433C-89D1-B9DD6C893D8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58C02F4D-89C7-42A0-829C-1BC2F88B97BE}" type="pres">
      <dgm:prSet presAssocID="{4DF70C50-3980-433C-89D1-B9DD6C893D8D}" presName="spaceRect" presStyleCnt="0"/>
      <dgm:spPr/>
    </dgm:pt>
    <dgm:pt modelId="{3B46723A-6E0F-46FA-BD76-68E16DAB1BCD}" type="pres">
      <dgm:prSet presAssocID="{4DF70C50-3980-433C-89D1-B9DD6C893D8D}" presName="textRect" presStyleLbl="revTx" presStyleIdx="1" presStyleCnt="3">
        <dgm:presLayoutVars>
          <dgm:chMax val="1"/>
          <dgm:chPref val="1"/>
        </dgm:presLayoutVars>
      </dgm:prSet>
      <dgm:spPr/>
    </dgm:pt>
    <dgm:pt modelId="{AA83A5B2-2321-438F-A7E2-AAF2DDF00932}" type="pres">
      <dgm:prSet presAssocID="{5503394E-D5C9-46EA-94DD-88EDFD4F26CD}" presName="sibTrans" presStyleCnt="0"/>
      <dgm:spPr/>
    </dgm:pt>
    <dgm:pt modelId="{D886BCDA-E333-499F-A995-7324B99809B1}" type="pres">
      <dgm:prSet presAssocID="{D441F27B-A888-45AE-B8EA-5EFE586F80E9}" presName="compNode" presStyleCnt="0"/>
      <dgm:spPr/>
    </dgm:pt>
    <dgm:pt modelId="{FCCFE6EC-568C-417F-9D4F-D871222F2AD5}" type="pres">
      <dgm:prSet presAssocID="{D441F27B-A888-45AE-B8EA-5EFE586F80E9}" presName="iconBgRect" presStyleLbl="bgShp" presStyleIdx="2" presStyleCnt="3"/>
      <dgm:spPr/>
    </dgm:pt>
    <dgm:pt modelId="{5789DF50-D510-4597-A136-38989678CDAA}" type="pres">
      <dgm:prSet presAssocID="{D441F27B-A888-45AE-B8EA-5EFE586F80E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CC7FCF6F-9A63-4C37-BF72-7A84830C1A78}" type="pres">
      <dgm:prSet presAssocID="{D441F27B-A888-45AE-B8EA-5EFE586F80E9}" presName="spaceRect" presStyleCnt="0"/>
      <dgm:spPr/>
    </dgm:pt>
    <dgm:pt modelId="{A84DEABB-5493-43A4-8E96-A8E3C969E294}" type="pres">
      <dgm:prSet presAssocID="{D441F27B-A888-45AE-B8EA-5EFE586F80E9}" presName="textRect" presStyleLbl="revTx" presStyleIdx="2" presStyleCnt="3">
        <dgm:presLayoutVars>
          <dgm:chMax val="1"/>
          <dgm:chPref val="1"/>
        </dgm:presLayoutVars>
      </dgm:prSet>
      <dgm:spPr/>
    </dgm:pt>
  </dgm:ptLst>
  <dgm:cxnLst>
    <dgm:cxn modelId="{8F66CA12-7275-4231-9E75-A7213399C08A}" type="presOf" srcId="{19382F6C-AA51-40BB-AD3B-AFFA32BD9324}" destId="{2E0A148E-7163-4EAE-B5EA-5104B2FC86F0}" srcOrd="0" destOrd="0" presId="urn:microsoft.com/office/officeart/2018/5/layout/IconCircleLabelList"/>
    <dgm:cxn modelId="{6DAC6E38-F455-43C5-9801-8225D7C382EF}" type="presOf" srcId="{D441F27B-A888-45AE-B8EA-5EFE586F80E9}" destId="{A84DEABB-5493-43A4-8E96-A8E3C969E294}" srcOrd="0" destOrd="0" presId="urn:microsoft.com/office/officeart/2018/5/layout/IconCircleLabelList"/>
    <dgm:cxn modelId="{F4995F4B-A91F-4EA6-A4A9-C56E34A50AD2}" type="presOf" srcId="{28C426DD-5368-4D15-9C0F-E612428315E9}" destId="{65E9BE14-C34C-4908-89A8-633C468638B6}" srcOrd="0" destOrd="0" presId="urn:microsoft.com/office/officeart/2018/5/layout/IconCircleLabelList"/>
    <dgm:cxn modelId="{BA8EA371-43B9-46F9-BA5E-71144D7C3530}" srcId="{19382F6C-AA51-40BB-AD3B-AFFA32BD9324}" destId="{28C426DD-5368-4D15-9C0F-E612428315E9}" srcOrd="0" destOrd="0" parTransId="{A9C607CA-9A82-42BB-974C-5CABCFC1801B}" sibTransId="{6CA4E397-DCB9-44F0-B0C1-83985DF1A4A7}"/>
    <dgm:cxn modelId="{D5AAFC9B-A551-4A1A-82A8-38709EF8EAE9}" type="presOf" srcId="{4DF70C50-3980-433C-89D1-B9DD6C893D8D}" destId="{3B46723A-6E0F-46FA-BD76-68E16DAB1BCD}" srcOrd="0" destOrd="0" presId="urn:microsoft.com/office/officeart/2018/5/layout/IconCircleLabelList"/>
    <dgm:cxn modelId="{AE3ED4A0-2729-4A65-9FFA-D6F7326617E7}" srcId="{19382F6C-AA51-40BB-AD3B-AFFA32BD9324}" destId="{D441F27B-A888-45AE-B8EA-5EFE586F80E9}" srcOrd="2" destOrd="0" parTransId="{A749C8DF-EA07-4BC5-ACA5-C207BC3B5F2A}" sibTransId="{E6A77CD8-113E-44A0-AB3F-6859966CA266}"/>
    <dgm:cxn modelId="{159644BA-A821-4B25-987E-0E63AED6C801}" srcId="{19382F6C-AA51-40BB-AD3B-AFFA32BD9324}" destId="{4DF70C50-3980-433C-89D1-B9DD6C893D8D}" srcOrd="1" destOrd="0" parTransId="{FDBB412F-C7EA-4A93-B330-4F7242463EB0}" sibTransId="{5503394E-D5C9-46EA-94DD-88EDFD4F26CD}"/>
    <dgm:cxn modelId="{955A542F-272C-48F8-B67B-50D17DE4A762}" type="presParOf" srcId="{2E0A148E-7163-4EAE-B5EA-5104B2FC86F0}" destId="{1B764AD3-5176-4DBC-940D-6E4C56FD43CF}" srcOrd="0" destOrd="0" presId="urn:microsoft.com/office/officeart/2018/5/layout/IconCircleLabelList"/>
    <dgm:cxn modelId="{0EE299C6-A5CB-4253-8561-19696C129FEC}" type="presParOf" srcId="{1B764AD3-5176-4DBC-940D-6E4C56FD43CF}" destId="{1FF8A906-63E6-487D-AA62-88D5703B5CD8}" srcOrd="0" destOrd="0" presId="urn:microsoft.com/office/officeart/2018/5/layout/IconCircleLabelList"/>
    <dgm:cxn modelId="{F29E8F92-B276-4BF1-BB57-6A6DAFDABA3E}" type="presParOf" srcId="{1B764AD3-5176-4DBC-940D-6E4C56FD43CF}" destId="{936F71C9-4757-4916-9458-9EB8FE8D24B2}" srcOrd="1" destOrd="0" presId="urn:microsoft.com/office/officeart/2018/5/layout/IconCircleLabelList"/>
    <dgm:cxn modelId="{C203BA7E-2E3E-466A-93B0-E5326A81BB6C}" type="presParOf" srcId="{1B764AD3-5176-4DBC-940D-6E4C56FD43CF}" destId="{05CD0633-8897-4F03-A665-290EE20C0292}" srcOrd="2" destOrd="0" presId="urn:microsoft.com/office/officeart/2018/5/layout/IconCircleLabelList"/>
    <dgm:cxn modelId="{DE61800B-9BB9-48B9-A93A-56EF263B8C2D}" type="presParOf" srcId="{1B764AD3-5176-4DBC-940D-6E4C56FD43CF}" destId="{65E9BE14-C34C-4908-89A8-633C468638B6}" srcOrd="3" destOrd="0" presId="urn:microsoft.com/office/officeart/2018/5/layout/IconCircleLabelList"/>
    <dgm:cxn modelId="{E2DF9133-8788-4904-A34F-1504010D24D7}" type="presParOf" srcId="{2E0A148E-7163-4EAE-B5EA-5104B2FC86F0}" destId="{1363A2BA-A7D6-4055-BD66-864992EE8F30}" srcOrd="1" destOrd="0" presId="urn:microsoft.com/office/officeart/2018/5/layout/IconCircleLabelList"/>
    <dgm:cxn modelId="{FAF3BCD8-A6A8-4EED-AA1C-C34435B8DB8D}" type="presParOf" srcId="{2E0A148E-7163-4EAE-B5EA-5104B2FC86F0}" destId="{B3E97207-8F98-46B2-A0D7-9E1FA8F66545}" srcOrd="2" destOrd="0" presId="urn:microsoft.com/office/officeart/2018/5/layout/IconCircleLabelList"/>
    <dgm:cxn modelId="{F2A32A4F-AF22-49EE-B796-B8A5071CB1F9}" type="presParOf" srcId="{B3E97207-8F98-46B2-A0D7-9E1FA8F66545}" destId="{5893146F-8698-41E2-B41C-22201AEDD9E4}" srcOrd="0" destOrd="0" presId="urn:microsoft.com/office/officeart/2018/5/layout/IconCircleLabelList"/>
    <dgm:cxn modelId="{41CC2002-47FF-4B85-9934-8CC149C6E056}" type="presParOf" srcId="{B3E97207-8F98-46B2-A0D7-9E1FA8F66545}" destId="{95BF501E-AD85-44C8-AC63-FE786FA322E8}" srcOrd="1" destOrd="0" presId="urn:microsoft.com/office/officeart/2018/5/layout/IconCircleLabelList"/>
    <dgm:cxn modelId="{960381F3-5F35-47B8-B451-1E71DB1F09CF}" type="presParOf" srcId="{B3E97207-8F98-46B2-A0D7-9E1FA8F66545}" destId="{58C02F4D-89C7-42A0-829C-1BC2F88B97BE}" srcOrd="2" destOrd="0" presId="urn:microsoft.com/office/officeart/2018/5/layout/IconCircleLabelList"/>
    <dgm:cxn modelId="{DBBE6015-A80B-4680-97FB-9D31F5B4512C}" type="presParOf" srcId="{B3E97207-8F98-46B2-A0D7-9E1FA8F66545}" destId="{3B46723A-6E0F-46FA-BD76-68E16DAB1BCD}" srcOrd="3" destOrd="0" presId="urn:microsoft.com/office/officeart/2018/5/layout/IconCircleLabelList"/>
    <dgm:cxn modelId="{C025D3E4-7C3E-4FDB-A2F6-E66531C2B9AF}" type="presParOf" srcId="{2E0A148E-7163-4EAE-B5EA-5104B2FC86F0}" destId="{AA83A5B2-2321-438F-A7E2-AAF2DDF00932}" srcOrd="3" destOrd="0" presId="urn:microsoft.com/office/officeart/2018/5/layout/IconCircleLabelList"/>
    <dgm:cxn modelId="{BDE3B5B3-15C2-4F41-A647-FC0DBD1AA653}" type="presParOf" srcId="{2E0A148E-7163-4EAE-B5EA-5104B2FC86F0}" destId="{D886BCDA-E333-499F-A995-7324B99809B1}" srcOrd="4" destOrd="0" presId="urn:microsoft.com/office/officeart/2018/5/layout/IconCircleLabelList"/>
    <dgm:cxn modelId="{FD8C70A7-9445-40F2-9AC5-7CBF58F0DFF4}" type="presParOf" srcId="{D886BCDA-E333-499F-A995-7324B99809B1}" destId="{FCCFE6EC-568C-417F-9D4F-D871222F2AD5}" srcOrd="0" destOrd="0" presId="urn:microsoft.com/office/officeart/2018/5/layout/IconCircleLabelList"/>
    <dgm:cxn modelId="{7EC6C134-0B75-40C9-A8B5-EAD0D9A18E39}" type="presParOf" srcId="{D886BCDA-E333-499F-A995-7324B99809B1}" destId="{5789DF50-D510-4597-A136-38989678CDAA}" srcOrd="1" destOrd="0" presId="urn:microsoft.com/office/officeart/2018/5/layout/IconCircleLabelList"/>
    <dgm:cxn modelId="{F1342C52-EFFB-490A-9CF2-724DD08C26AB}" type="presParOf" srcId="{D886BCDA-E333-499F-A995-7324B99809B1}" destId="{CC7FCF6F-9A63-4C37-BF72-7A84830C1A78}" srcOrd="2" destOrd="0" presId="urn:microsoft.com/office/officeart/2018/5/layout/IconCircleLabelList"/>
    <dgm:cxn modelId="{973C4BA0-B5B1-4D64-993B-50D936C0119D}" type="presParOf" srcId="{D886BCDA-E333-499F-A995-7324B99809B1}" destId="{A84DEABB-5493-43A4-8E96-A8E3C969E29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D8C9D3B-5148-4550-BA09-43B4F95ABD17}"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US"/>
        </a:p>
      </dgm:t>
    </dgm:pt>
    <dgm:pt modelId="{83308620-C3FF-4EE5-BA3A-C9F4213580A3}">
      <dgm:prSet/>
      <dgm:spPr/>
      <dgm:t>
        <a:bodyPr/>
        <a:lstStyle/>
        <a:p>
          <a:r>
            <a:rPr lang="en-US" dirty="0"/>
            <a:t>Add display (LCD/OLED)</a:t>
          </a:r>
        </a:p>
      </dgm:t>
    </dgm:pt>
    <dgm:pt modelId="{FACB57B8-2568-461E-8D73-9C8EB0D2641B}" type="parTrans" cxnId="{65030C83-7FB4-4405-94A4-235A136A304C}">
      <dgm:prSet/>
      <dgm:spPr/>
      <dgm:t>
        <a:bodyPr/>
        <a:lstStyle/>
        <a:p>
          <a:endParaRPr lang="en-US"/>
        </a:p>
      </dgm:t>
    </dgm:pt>
    <dgm:pt modelId="{776DA093-8B04-43EC-8953-5E653C211947}" type="sibTrans" cxnId="{65030C83-7FB4-4405-94A4-235A136A304C}">
      <dgm:prSet/>
      <dgm:spPr/>
      <dgm:t>
        <a:bodyPr/>
        <a:lstStyle/>
        <a:p>
          <a:endParaRPr lang="en-US"/>
        </a:p>
      </dgm:t>
    </dgm:pt>
    <dgm:pt modelId="{1E85D271-73A6-4ADD-89AA-E31A5B440617}">
      <dgm:prSet/>
      <dgm:spPr/>
      <dgm:t>
        <a:bodyPr/>
        <a:lstStyle/>
        <a:p>
          <a:r>
            <a:rPr lang="en-US"/>
            <a:t>Data logging</a:t>
          </a:r>
        </a:p>
      </dgm:t>
    </dgm:pt>
    <dgm:pt modelId="{FCCCDB2B-3B68-43BA-8A98-ABE930DED5D5}" type="parTrans" cxnId="{FEDFBAA0-2CFA-44B6-BD95-B5A085E23FBB}">
      <dgm:prSet/>
      <dgm:spPr/>
      <dgm:t>
        <a:bodyPr/>
        <a:lstStyle/>
        <a:p>
          <a:endParaRPr lang="en-US"/>
        </a:p>
      </dgm:t>
    </dgm:pt>
    <dgm:pt modelId="{8BDC6203-934F-4707-83E4-5E62BA261AA2}" type="sibTrans" cxnId="{FEDFBAA0-2CFA-44B6-BD95-B5A085E23FBB}">
      <dgm:prSet/>
      <dgm:spPr/>
      <dgm:t>
        <a:bodyPr/>
        <a:lstStyle/>
        <a:p>
          <a:endParaRPr lang="en-US"/>
        </a:p>
      </dgm:t>
    </dgm:pt>
    <dgm:pt modelId="{CDFE0DDF-60D4-4C81-818A-DBB4B890610E}">
      <dgm:prSet/>
      <dgm:spPr/>
      <dgm:t>
        <a:bodyPr/>
        <a:lstStyle/>
        <a:p>
          <a:r>
            <a:rPr lang="en-US" dirty="0"/>
            <a:t>Mobile or web interface</a:t>
          </a:r>
        </a:p>
      </dgm:t>
    </dgm:pt>
    <dgm:pt modelId="{BD073763-681A-4F34-984D-9840E7D43B3E}" type="parTrans" cxnId="{857A675C-7CB5-4ED0-9815-FCF2CCBC12CA}">
      <dgm:prSet/>
      <dgm:spPr/>
      <dgm:t>
        <a:bodyPr/>
        <a:lstStyle/>
        <a:p>
          <a:endParaRPr lang="en-US"/>
        </a:p>
      </dgm:t>
    </dgm:pt>
    <dgm:pt modelId="{0811CFAD-BDE9-4EB5-82A8-B060D5F9B65A}" type="sibTrans" cxnId="{857A675C-7CB5-4ED0-9815-FCF2CCBC12CA}">
      <dgm:prSet/>
      <dgm:spPr/>
      <dgm:t>
        <a:bodyPr/>
        <a:lstStyle/>
        <a:p>
          <a:endParaRPr lang="en-US"/>
        </a:p>
      </dgm:t>
    </dgm:pt>
    <dgm:pt modelId="{FDBB10A4-789F-45A6-9B2C-B86AEE277CBE}">
      <dgm:prSet/>
      <dgm:spPr/>
      <dgm:t>
        <a:bodyPr/>
        <a:lstStyle/>
        <a:p>
          <a:r>
            <a:rPr lang="en-US" dirty="0"/>
            <a:t>Apply on extension cord</a:t>
          </a:r>
        </a:p>
      </dgm:t>
    </dgm:pt>
    <dgm:pt modelId="{310CD5DD-5311-4ED4-9D0D-5A7EE0A485D5}" type="parTrans" cxnId="{07F9AA1D-AFAE-4A49-A58B-56718A0368F0}">
      <dgm:prSet/>
      <dgm:spPr/>
      <dgm:t>
        <a:bodyPr/>
        <a:lstStyle/>
        <a:p>
          <a:endParaRPr lang="en-US"/>
        </a:p>
      </dgm:t>
    </dgm:pt>
    <dgm:pt modelId="{FC47D844-43BC-4DE2-9111-7EE52B035D63}" type="sibTrans" cxnId="{07F9AA1D-AFAE-4A49-A58B-56718A0368F0}">
      <dgm:prSet/>
      <dgm:spPr/>
      <dgm:t>
        <a:bodyPr/>
        <a:lstStyle/>
        <a:p>
          <a:endParaRPr lang="en-US"/>
        </a:p>
      </dgm:t>
    </dgm:pt>
    <dgm:pt modelId="{E97E0664-DB2F-C447-A191-1BF8C27CB71D}" type="pres">
      <dgm:prSet presAssocID="{DD8C9D3B-5148-4550-BA09-43B4F95ABD17}" presName="linear" presStyleCnt="0">
        <dgm:presLayoutVars>
          <dgm:dir/>
          <dgm:animLvl val="lvl"/>
          <dgm:resizeHandles val="exact"/>
        </dgm:presLayoutVars>
      </dgm:prSet>
      <dgm:spPr/>
    </dgm:pt>
    <dgm:pt modelId="{179BB17B-DF00-DC4E-B413-B5FDB682F6F0}" type="pres">
      <dgm:prSet presAssocID="{83308620-C3FF-4EE5-BA3A-C9F4213580A3}" presName="parentLin" presStyleCnt="0"/>
      <dgm:spPr/>
    </dgm:pt>
    <dgm:pt modelId="{824F306F-6CB8-744E-86F2-260C7C7A5DAB}" type="pres">
      <dgm:prSet presAssocID="{83308620-C3FF-4EE5-BA3A-C9F4213580A3}" presName="parentLeftMargin" presStyleLbl="node1" presStyleIdx="0" presStyleCnt="4"/>
      <dgm:spPr/>
    </dgm:pt>
    <dgm:pt modelId="{F1AF8376-072D-1742-969C-E29911EDA9BD}" type="pres">
      <dgm:prSet presAssocID="{83308620-C3FF-4EE5-BA3A-C9F4213580A3}" presName="parentText" presStyleLbl="node1" presStyleIdx="0" presStyleCnt="4">
        <dgm:presLayoutVars>
          <dgm:chMax val="0"/>
          <dgm:bulletEnabled val="1"/>
        </dgm:presLayoutVars>
      </dgm:prSet>
      <dgm:spPr/>
    </dgm:pt>
    <dgm:pt modelId="{49058534-40B9-554F-BE60-58B6BB5FF964}" type="pres">
      <dgm:prSet presAssocID="{83308620-C3FF-4EE5-BA3A-C9F4213580A3}" presName="negativeSpace" presStyleCnt="0"/>
      <dgm:spPr/>
    </dgm:pt>
    <dgm:pt modelId="{A3082DEC-EA9F-7B45-AE38-62B884BC8EFF}" type="pres">
      <dgm:prSet presAssocID="{83308620-C3FF-4EE5-BA3A-C9F4213580A3}" presName="childText" presStyleLbl="conFgAcc1" presStyleIdx="0" presStyleCnt="4">
        <dgm:presLayoutVars>
          <dgm:bulletEnabled val="1"/>
        </dgm:presLayoutVars>
      </dgm:prSet>
      <dgm:spPr/>
    </dgm:pt>
    <dgm:pt modelId="{5DEF5B6F-AB5A-224B-9CC5-EC8796A52ECD}" type="pres">
      <dgm:prSet presAssocID="{776DA093-8B04-43EC-8953-5E653C211947}" presName="spaceBetweenRectangles" presStyleCnt="0"/>
      <dgm:spPr/>
    </dgm:pt>
    <dgm:pt modelId="{E6F82A73-2F03-D54C-A84C-30D25ABC216F}" type="pres">
      <dgm:prSet presAssocID="{1E85D271-73A6-4ADD-89AA-E31A5B440617}" presName="parentLin" presStyleCnt="0"/>
      <dgm:spPr/>
    </dgm:pt>
    <dgm:pt modelId="{B5C5F2D7-CEDE-3447-B242-5A2EC5845CA7}" type="pres">
      <dgm:prSet presAssocID="{1E85D271-73A6-4ADD-89AA-E31A5B440617}" presName="parentLeftMargin" presStyleLbl="node1" presStyleIdx="0" presStyleCnt="4"/>
      <dgm:spPr/>
    </dgm:pt>
    <dgm:pt modelId="{0557D8B2-1BEA-1A43-9742-A3F172BDB055}" type="pres">
      <dgm:prSet presAssocID="{1E85D271-73A6-4ADD-89AA-E31A5B440617}" presName="parentText" presStyleLbl="node1" presStyleIdx="1" presStyleCnt="4">
        <dgm:presLayoutVars>
          <dgm:chMax val="0"/>
          <dgm:bulletEnabled val="1"/>
        </dgm:presLayoutVars>
      </dgm:prSet>
      <dgm:spPr/>
    </dgm:pt>
    <dgm:pt modelId="{C4FF548A-DCF1-1E4C-B6F1-694808579EA9}" type="pres">
      <dgm:prSet presAssocID="{1E85D271-73A6-4ADD-89AA-E31A5B440617}" presName="negativeSpace" presStyleCnt="0"/>
      <dgm:spPr/>
    </dgm:pt>
    <dgm:pt modelId="{5D4A7B99-4521-5442-A98B-7F18F5DFD578}" type="pres">
      <dgm:prSet presAssocID="{1E85D271-73A6-4ADD-89AA-E31A5B440617}" presName="childText" presStyleLbl="conFgAcc1" presStyleIdx="1" presStyleCnt="4">
        <dgm:presLayoutVars>
          <dgm:bulletEnabled val="1"/>
        </dgm:presLayoutVars>
      </dgm:prSet>
      <dgm:spPr/>
    </dgm:pt>
    <dgm:pt modelId="{974D3E87-52BC-3C40-9FED-D0DCBE7244A5}" type="pres">
      <dgm:prSet presAssocID="{8BDC6203-934F-4707-83E4-5E62BA261AA2}" presName="spaceBetweenRectangles" presStyleCnt="0"/>
      <dgm:spPr/>
    </dgm:pt>
    <dgm:pt modelId="{C8BEB618-EE54-5641-BD46-C9770555C39D}" type="pres">
      <dgm:prSet presAssocID="{CDFE0DDF-60D4-4C81-818A-DBB4B890610E}" presName="parentLin" presStyleCnt="0"/>
      <dgm:spPr/>
    </dgm:pt>
    <dgm:pt modelId="{CA9BA018-224A-7F48-8DF7-67B9DF7DA5A1}" type="pres">
      <dgm:prSet presAssocID="{CDFE0DDF-60D4-4C81-818A-DBB4B890610E}" presName="parentLeftMargin" presStyleLbl="node1" presStyleIdx="1" presStyleCnt="4"/>
      <dgm:spPr/>
    </dgm:pt>
    <dgm:pt modelId="{5ACC7CBE-0121-924B-9EAB-F2A6E05641CF}" type="pres">
      <dgm:prSet presAssocID="{CDFE0DDF-60D4-4C81-818A-DBB4B890610E}" presName="parentText" presStyleLbl="node1" presStyleIdx="2" presStyleCnt="4">
        <dgm:presLayoutVars>
          <dgm:chMax val="0"/>
          <dgm:bulletEnabled val="1"/>
        </dgm:presLayoutVars>
      </dgm:prSet>
      <dgm:spPr/>
    </dgm:pt>
    <dgm:pt modelId="{56AF9C6C-8DA3-4F4F-880C-D915D7C24219}" type="pres">
      <dgm:prSet presAssocID="{CDFE0DDF-60D4-4C81-818A-DBB4B890610E}" presName="negativeSpace" presStyleCnt="0"/>
      <dgm:spPr/>
    </dgm:pt>
    <dgm:pt modelId="{C3319C51-7B73-9043-9E74-77A7DE77F15E}" type="pres">
      <dgm:prSet presAssocID="{CDFE0DDF-60D4-4C81-818A-DBB4B890610E}" presName="childText" presStyleLbl="conFgAcc1" presStyleIdx="2" presStyleCnt="4">
        <dgm:presLayoutVars>
          <dgm:bulletEnabled val="1"/>
        </dgm:presLayoutVars>
      </dgm:prSet>
      <dgm:spPr/>
    </dgm:pt>
    <dgm:pt modelId="{EB520759-FB62-AA4B-A434-F7CC0E288E9F}" type="pres">
      <dgm:prSet presAssocID="{0811CFAD-BDE9-4EB5-82A8-B060D5F9B65A}" presName="spaceBetweenRectangles" presStyleCnt="0"/>
      <dgm:spPr/>
    </dgm:pt>
    <dgm:pt modelId="{300916F4-A2BC-0941-9AD1-FDA7F5D59B50}" type="pres">
      <dgm:prSet presAssocID="{FDBB10A4-789F-45A6-9B2C-B86AEE277CBE}" presName="parentLin" presStyleCnt="0"/>
      <dgm:spPr/>
    </dgm:pt>
    <dgm:pt modelId="{3FB6D5FE-F9C6-9842-B8E0-9907911B4FBE}" type="pres">
      <dgm:prSet presAssocID="{FDBB10A4-789F-45A6-9B2C-B86AEE277CBE}" presName="parentLeftMargin" presStyleLbl="node1" presStyleIdx="2" presStyleCnt="4"/>
      <dgm:spPr/>
    </dgm:pt>
    <dgm:pt modelId="{ECF32EEE-8F0B-0245-8504-BA3C4F329E2A}" type="pres">
      <dgm:prSet presAssocID="{FDBB10A4-789F-45A6-9B2C-B86AEE277CBE}" presName="parentText" presStyleLbl="node1" presStyleIdx="3" presStyleCnt="4">
        <dgm:presLayoutVars>
          <dgm:chMax val="0"/>
          <dgm:bulletEnabled val="1"/>
        </dgm:presLayoutVars>
      </dgm:prSet>
      <dgm:spPr/>
    </dgm:pt>
    <dgm:pt modelId="{D2BC9F9D-1DD5-5C48-848D-694B963E4CC6}" type="pres">
      <dgm:prSet presAssocID="{FDBB10A4-789F-45A6-9B2C-B86AEE277CBE}" presName="negativeSpace" presStyleCnt="0"/>
      <dgm:spPr/>
    </dgm:pt>
    <dgm:pt modelId="{3556B1E9-43DD-EF44-B199-3E06393C35C3}" type="pres">
      <dgm:prSet presAssocID="{FDBB10A4-789F-45A6-9B2C-B86AEE277CBE}" presName="childText" presStyleLbl="conFgAcc1" presStyleIdx="3" presStyleCnt="4">
        <dgm:presLayoutVars>
          <dgm:bulletEnabled val="1"/>
        </dgm:presLayoutVars>
      </dgm:prSet>
      <dgm:spPr/>
    </dgm:pt>
  </dgm:ptLst>
  <dgm:cxnLst>
    <dgm:cxn modelId="{74E8D803-7FC0-E549-8431-9DDEA2C35286}" type="presOf" srcId="{FDBB10A4-789F-45A6-9B2C-B86AEE277CBE}" destId="{ECF32EEE-8F0B-0245-8504-BA3C4F329E2A}" srcOrd="1" destOrd="0" presId="urn:microsoft.com/office/officeart/2005/8/layout/list1"/>
    <dgm:cxn modelId="{7AB9ED05-5FE7-6048-B17A-AA3B55498B0C}" type="presOf" srcId="{CDFE0DDF-60D4-4C81-818A-DBB4B890610E}" destId="{5ACC7CBE-0121-924B-9EAB-F2A6E05641CF}" srcOrd="1" destOrd="0" presId="urn:microsoft.com/office/officeart/2005/8/layout/list1"/>
    <dgm:cxn modelId="{F8B9DE16-26B8-D74E-A2EF-DACFE79FAAB6}" type="presOf" srcId="{CDFE0DDF-60D4-4C81-818A-DBB4B890610E}" destId="{CA9BA018-224A-7F48-8DF7-67B9DF7DA5A1}" srcOrd="0" destOrd="0" presId="urn:microsoft.com/office/officeart/2005/8/layout/list1"/>
    <dgm:cxn modelId="{07F9AA1D-AFAE-4A49-A58B-56718A0368F0}" srcId="{DD8C9D3B-5148-4550-BA09-43B4F95ABD17}" destId="{FDBB10A4-789F-45A6-9B2C-B86AEE277CBE}" srcOrd="3" destOrd="0" parTransId="{310CD5DD-5311-4ED4-9D0D-5A7EE0A485D5}" sibTransId="{FC47D844-43BC-4DE2-9111-7EE52B035D63}"/>
    <dgm:cxn modelId="{857A675C-7CB5-4ED0-9815-FCF2CCBC12CA}" srcId="{DD8C9D3B-5148-4550-BA09-43B4F95ABD17}" destId="{CDFE0DDF-60D4-4C81-818A-DBB4B890610E}" srcOrd="2" destOrd="0" parTransId="{BD073763-681A-4F34-984D-9840E7D43B3E}" sibTransId="{0811CFAD-BDE9-4EB5-82A8-B060D5F9B65A}"/>
    <dgm:cxn modelId="{FA4E3C77-1F30-E947-A9C6-5F5741AE862E}" type="presOf" srcId="{83308620-C3FF-4EE5-BA3A-C9F4213580A3}" destId="{F1AF8376-072D-1742-969C-E29911EDA9BD}" srcOrd="1" destOrd="0" presId="urn:microsoft.com/office/officeart/2005/8/layout/list1"/>
    <dgm:cxn modelId="{65030C83-7FB4-4405-94A4-235A136A304C}" srcId="{DD8C9D3B-5148-4550-BA09-43B4F95ABD17}" destId="{83308620-C3FF-4EE5-BA3A-C9F4213580A3}" srcOrd="0" destOrd="0" parTransId="{FACB57B8-2568-461E-8D73-9C8EB0D2641B}" sibTransId="{776DA093-8B04-43EC-8953-5E653C211947}"/>
    <dgm:cxn modelId="{FEDFBAA0-2CFA-44B6-BD95-B5A085E23FBB}" srcId="{DD8C9D3B-5148-4550-BA09-43B4F95ABD17}" destId="{1E85D271-73A6-4ADD-89AA-E31A5B440617}" srcOrd="1" destOrd="0" parTransId="{FCCCDB2B-3B68-43BA-8A98-ABE930DED5D5}" sibTransId="{8BDC6203-934F-4707-83E4-5E62BA261AA2}"/>
    <dgm:cxn modelId="{26CC9BA9-A92A-F446-BA8C-47526042BF5F}" type="presOf" srcId="{1E85D271-73A6-4ADD-89AA-E31A5B440617}" destId="{0557D8B2-1BEA-1A43-9742-A3F172BDB055}" srcOrd="1" destOrd="0" presId="urn:microsoft.com/office/officeart/2005/8/layout/list1"/>
    <dgm:cxn modelId="{C3298ABF-04FA-5744-A310-DBCD10E8E17A}" type="presOf" srcId="{DD8C9D3B-5148-4550-BA09-43B4F95ABD17}" destId="{E97E0664-DB2F-C447-A191-1BF8C27CB71D}" srcOrd="0" destOrd="0" presId="urn:microsoft.com/office/officeart/2005/8/layout/list1"/>
    <dgm:cxn modelId="{C413C2C4-1293-EC4B-A338-070834F9D379}" type="presOf" srcId="{FDBB10A4-789F-45A6-9B2C-B86AEE277CBE}" destId="{3FB6D5FE-F9C6-9842-B8E0-9907911B4FBE}" srcOrd="0" destOrd="0" presId="urn:microsoft.com/office/officeart/2005/8/layout/list1"/>
    <dgm:cxn modelId="{04BC6DD4-A457-D94C-9328-22000BED1DDB}" type="presOf" srcId="{1E85D271-73A6-4ADD-89AA-E31A5B440617}" destId="{B5C5F2D7-CEDE-3447-B242-5A2EC5845CA7}" srcOrd="0" destOrd="0" presId="urn:microsoft.com/office/officeart/2005/8/layout/list1"/>
    <dgm:cxn modelId="{AB547AEE-A664-3C4B-B255-E46AF2D9B296}" type="presOf" srcId="{83308620-C3FF-4EE5-BA3A-C9F4213580A3}" destId="{824F306F-6CB8-744E-86F2-260C7C7A5DAB}" srcOrd="0" destOrd="0" presId="urn:microsoft.com/office/officeart/2005/8/layout/list1"/>
    <dgm:cxn modelId="{860F8A2A-DA9E-544B-B9A2-4FB929C899BB}" type="presParOf" srcId="{E97E0664-DB2F-C447-A191-1BF8C27CB71D}" destId="{179BB17B-DF00-DC4E-B413-B5FDB682F6F0}" srcOrd="0" destOrd="0" presId="urn:microsoft.com/office/officeart/2005/8/layout/list1"/>
    <dgm:cxn modelId="{3DF443C1-A653-6B4D-A30D-DC122390EDCD}" type="presParOf" srcId="{179BB17B-DF00-DC4E-B413-B5FDB682F6F0}" destId="{824F306F-6CB8-744E-86F2-260C7C7A5DAB}" srcOrd="0" destOrd="0" presId="urn:microsoft.com/office/officeart/2005/8/layout/list1"/>
    <dgm:cxn modelId="{605C60F1-5A8D-D64D-9789-600DF710374C}" type="presParOf" srcId="{179BB17B-DF00-DC4E-B413-B5FDB682F6F0}" destId="{F1AF8376-072D-1742-969C-E29911EDA9BD}" srcOrd="1" destOrd="0" presId="urn:microsoft.com/office/officeart/2005/8/layout/list1"/>
    <dgm:cxn modelId="{9A4A8B80-83C8-944A-B7E7-801D2A29266E}" type="presParOf" srcId="{E97E0664-DB2F-C447-A191-1BF8C27CB71D}" destId="{49058534-40B9-554F-BE60-58B6BB5FF964}" srcOrd="1" destOrd="0" presId="urn:microsoft.com/office/officeart/2005/8/layout/list1"/>
    <dgm:cxn modelId="{5402119B-82AC-C444-B30F-6905CA2A7172}" type="presParOf" srcId="{E97E0664-DB2F-C447-A191-1BF8C27CB71D}" destId="{A3082DEC-EA9F-7B45-AE38-62B884BC8EFF}" srcOrd="2" destOrd="0" presId="urn:microsoft.com/office/officeart/2005/8/layout/list1"/>
    <dgm:cxn modelId="{F6EFAC30-8B8F-0042-ABB2-A6F8F76E562D}" type="presParOf" srcId="{E97E0664-DB2F-C447-A191-1BF8C27CB71D}" destId="{5DEF5B6F-AB5A-224B-9CC5-EC8796A52ECD}" srcOrd="3" destOrd="0" presId="urn:microsoft.com/office/officeart/2005/8/layout/list1"/>
    <dgm:cxn modelId="{DB2BB6AE-8351-6F42-9AE9-D15876A348E6}" type="presParOf" srcId="{E97E0664-DB2F-C447-A191-1BF8C27CB71D}" destId="{E6F82A73-2F03-D54C-A84C-30D25ABC216F}" srcOrd="4" destOrd="0" presId="urn:microsoft.com/office/officeart/2005/8/layout/list1"/>
    <dgm:cxn modelId="{6E3F8090-AEB3-1646-B282-6023EC0912A3}" type="presParOf" srcId="{E6F82A73-2F03-D54C-A84C-30D25ABC216F}" destId="{B5C5F2D7-CEDE-3447-B242-5A2EC5845CA7}" srcOrd="0" destOrd="0" presId="urn:microsoft.com/office/officeart/2005/8/layout/list1"/>
    <dgm:cxn modelId="{50DEA28A-C9B1-9F45-83FC-6F90583495A1}" type="presParOf" srcId="{E6F82A73-2F03-D54C-A84C-30D25ABC216F}" destId="{0557D8B2-1BEA-1A43-9742-A3F172BDB055}" srcOrd="1" destOrd="0" presId="urn:microsoft.com/office/officeart/2005/8/layout/list1"/>
    <dgm:cxn modelId="{021C873E-8496-3048-AB49-795AA053ED40}" type="presParOf" srcId="{E97E0664-DB2F-C447-A191-1BF8C27CB71D}" destId="{C4FF548A-DCF1-1E4C-B6F1-694808579EA9}" srcOrd="5" destOrd="0" presId="urn:microsoft.com/office/officeart/2005/8/layout/list1"/>
    <dgm:cxn modelId="{A73F4FE7-07A5-DB44-B1F5-C8251D05288B}" type="presParOf" srcId="{E97E0664-DB2F-C447-A191-1BF8C27CB71D}" destId="{5D4A7B99-4521-5442-A98B-7F18F5DFD578}" srcOrd="6" destOrd="0" presId="urn:microsoft.com/office/officeart/2005/8/layout/list1"/>
    <dgm:cxn modelId="{EFB39D04-F2DE-BA45-8007-E8F49A7A53CF}" type="presParOf" srcId="{E97E0664-DB2F-C447-A191-1BF8C27CB71D}" destId="{974D3E87-52BC-3C40-9FED-D0DCBE7244A5}" srcOrd="7" destOrd="0" presId="urn:microsoft.com/office/officeart/2005/8/layout/list1"/>
    <dgm:cxn modelId="{C6444247-125D-2340-8145-CD52F6194930}" type="presParOf" srcId="{E97E0664-DB2F-C447-A191-1BF8C27CB71D}" destId="{C8BEB618-EE54-5641-BD46-C9770555C39D}" srcOrd="8" destOrd="0" presId="urn:microsoft.com/office/officeart/2005/8/layout/list1"/>
    <dgm:cxn modelId="{2D5593F9-B114-F24A-80D0-3B53A74232CC}" type="presParOf" srcId="{C8BEB618-EE54-5641-BD46-C9770555C39D}" destId="{CA9BA018-224A-7F48-8DF7-67B9DF7DA5A1}" srcOrd="0" destOrd="0" presId="urn:microsoft.com/office/officeart/2005/8/layout/list1"/>
    <dgm:cxn modelId="{EBD1C4A7-2670-9249-8DC7-0323FA46EB87}" type="presParOf" srcId="{C8BEB618-EE54-5641-BD46-C9770555C39D}" destId="{5ACC7CBE-0121-924B-9EAB-F2A6E05641CF}" srcOrd="1" destOrd="0" presId="urn:microsoft.com/office/officeart/2005/8/layout/list1"/>
    <dgm:cxn modelId="{4099C880-DCDC-8D4A-BF11-CAA838D53005}" type="presParOf" srcId="{E97E0664-DB2F-C447-A191-1BF8C27CB71D}" destId="{56AF9C6C-8DA3-4F4F-880C-D915D7C24219}" srcOrd="9" destOrd="0" presId="urn:microsoft.com/office/officeart/2005/8/layout/list1"/>
    <dgm:cxn modelId="{830F692D-3E91-184A-A078-6799231E8420}" type="presParOf" srcId="{E97E0664-DB2F-C447-A191-1BF8C27CB71D}" destId="{C3319C51-7B73-9043-9E74-77A7DE77F15E}" srcOrd="10" destOrd="0" presId="urn:microsoft.com/office/officeart/2005/8/layout/list1"/>
    <dgm:cxn modelId="{FD420077-98DA-9F4F-B57A-C5A72FE8A08D}" type="presParOf" srcId="{E97E0664-DB2F-C447-A191-1BF8C27CB71D}" destId="{EB520759-FB62-AA4B-A434-F7CC0E288E9F}" srcOrd="11" destOrd="0" presId="urn:microsoft.com/office/officeart/2005/8/layout/list1"/>
    <dgm:cxn modelId="{9F91C115-C2DC-5B4B-A52A-154A65411574}" type="presParOf" srcId="{E97E0664-DB2F-C447-A191-1BF8C27CB71D}" destId="{300916F4-A2BC-0941-9AD1-FDA7F5D59B50}" srcOrd="12" destOrd="0" presId="urn:microsoft.com/office/officeart/2005/8/layout/list1"/>
    <dgm:cxn modelId="{F285F12C-940C-FE42-B244-AC82BB7C7698}" type="presParOf" srcId="{300916F4-A2BC-0941-9AD1-FDA7F5D59B50}" destId="{3FB6D5FE-F9C6-9842-B8E0-9907911B4FBE}" srcOrd="0" destOrd="0" presId="urn:microsoft.com/office/officeart/2005/8/layout/list1"/>
    <dgm:cxn modelId="{9D0B9E1E-E1E8-BE49-90CE-F49679D2AE25}" type="presParOf" srcId="{300916F4-A2BC-0941-9AD1-FDA7F5D59B50}" destId="{ECF32EEE-8F0B-0245-8504-BA3C4F329E2A}" srcOrd="1" destOrd="0" presId="urn:microsoft.com/office/officeart/2005/8/layout/list1"/>
    <dgm:cxn modelId="{591017E0-91D1-B342-9846-21FA932F6A9C}" type="presParOf" srcId="{E97E0664-DB2F-C447-A191-1BF8C27CB71D}" destId="{D2BC9F9D-1DD5-5C48-848D-694B963E4CC6}" srcOrd="13" destOrd="0" presId="urn:microsoft.com/office/officeart/2005/8/layout/list1"/>
    <dgm:cxn modelId="{FAB8CED5-6D55-4749-8E24-903EA3839EFA}" type="presParOf" srcId="{E97E0664-DB2F-C447-A191-1BF8C27CB71D}" destId="{3556B1E9-43DD-EF44-B199-3E06393C35C3}"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3779A-108B-D041-90BC-D2444EC6F22C}">
      <dsp:nvSpPr>
        <dsp:cNvPr id="0" name=""/>
        <dsp:cNvSpPr/>
      </dsp:nvSpPr>
      <dsp:spPr>
        <a:xfrm rot="5400000">
          <a:off x="2188899" y="922471"/>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Donovan Brooks</a:t>
          </a:r>
        </a:p>
      </dsp:txBody>
      <dsp:txXfrm rot="-5400000">
        <a:off x="2477246" y="1053054"/>
        <a:ext cx="860911" cy="989552"/>
      </dsp:txXfrm>
    </dsp:sp>
    <dsp:sp modelId="{95AAFB49-7739-BF41-B866-230C1DF1B317}">
      <dsp:nvSpPr>
        <dsp:cNvPr id="0" name=""/>
        <dsp:cNvSpPr/>
      </dsp:nvSpPr>
      <dsp:spPr>
        <a:xfrm>
          <a:off x="3571014" y="1116547"/>
          <a:ext cx="1604369" cy="862564"/>
        </a:xfrm>
        <a:prstGeom prst="rect">
          <a:avLst/>
        </a:prstGeom>
        <a:noFill/>
        <a:ln>
          <a:noFill/>
        </a:ln>
        <a:effectLst/>
      </dsp:spPr>
      <dsp:style>
        <a:lnRef idx="0">
          <a:scrgbClr r="0" g="0" b="0"/>
        </a:lnRef>
        <a:fillRef idx="0">
          <a:scrgbClr r="0" g="0" b="0"/>
        </a:fillRef>
        <a:effectRef idx="0">
          <a:scrgbClr r="0" g="0" b="0"/>
        </a:effectRef>
        <a:fontRef idx="minor"/>
      </dsp:style>
    </dsp:sp>
    <dsp:sp modelId="{978814DC-2446-7848-BACD-0DA2D62AA997}">
      <dsp:nvSpPr>
        <dsp:cNvPr id="0" name=""/>
        <dsp:cNvSpPr/>
      </dsp:nvSpPr>
      <dsp:spPr>
        <a:xfrm rot="5400000">
          <a:off x="838124" y="922471"/>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126471" y="1053054"/>
        <a:ext cx="860911" cy="989552"/>
      </dsp:txXfrm>
    </dsp:sp>
    <dsp:sp modelId="{0421566E-86B2-3044-AAE3-DE65226705EC}">
      <dsp:nvSpPr>
        <dsp:cNvPr id="0" name=""/>
        <dsp:cNvSpPr/>
      </dsp:nvSpPr>
      <dsp:spPr>
        <a:xfrm rot="5400000">
          <a:off x="1510924" y="2142711"/>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ECE 441 Senior Project</a:t>
          </a:r>
        </a:p>
      </dsp:txBody>
      <dsp:txXfrm rot="-5400000">
        <a:off x="1799271" y="2273294"/>
        <a:ext cx="860911" cy="989552"/>
      </dsp:txXfrm>
    </dsp:sp>
    <dsp:sp modelId="{56A6AEC0-D19A-0846-A21C-40831820FA2B}">
      <dsp:nvSpPr>
        <dsp:cNvPr id="0" name=""/>
        <dsp:cNvSpPr/>
      </dsp:nvSpPr>
      <dsp:spPr>
        <a:xfrm>
          <a:off x="0" y="2336788"/>
          <a:ext cx="1552615" cy="862564"/>
        </a:xfrm>
        <a:prstGeom prst="rect">
          <a:avLst/>
        </a:prstGeom>
        <a:noFill/>
        <a:ln>
          <a:noFill/>
        </a:ln>
        <a:effectLst/>
      </dsp:spPr>
      <dsp:style>
        <a:lnRef idx="0">
          <a:scrgbClr r="0" g="0" b="0"/>
        </a:lnRef>
        <a:fillRef idx="0">
          <a:scrgbClr r="0" g="0" b="0"/>
        </a:fillRef>
        <a:effectRef idx="0">
          <a:scrgbClr r="0" g="0" b="0"/>
        </a:effectRef>
        <a:fontRef idx="minor"/>
      </dsp:style>
    </dsp:sp>
    <dsp:sp modelId="{3B0166E6-D6F3-3744-B5BD-082E433B4E52}">
      <dsp:nvSpPr>
        <dsp:cNvPr id="0" name=""/>
        <dsp:cNvSpPr/>
      </dsp:nvSpPr>
      <dsp:spPr>
        <a:xfrm rot="5400000">
          <a:off x="2861699" y="2142711"/>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150046" y="2273294"/>
        <a:ext cx="860911" cy="989552"/>
      </dsp:txXfrm>
    </dsp:sp>
    <dsp:sp modelId="{A97A62B0-672F-E14A-B515-AE79F0A623A9}">
      <dsp:nvSpPr>
        <dsp:cNvPr id="0" name=""/>
        <dsp:cNvSpPr/>
      </dsp:nvSpPr>
      <dsp:spPr>
        <a:xfrm rot="5400000">
          <a:off x="2188899" y="3362952"/>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May 4, 2026</a:t>
          </a:r>
        </a:p>
      </dsp:txBody>
      <dsp:txXfrm rot="-5400000">
        <a:off x="2477246" y="3493535"/>
        <a:ext cx="860911" cy="989552"/>
      </dsp:txXfrm>
    </dsp:sp>
    <dsp:sp modelId="{6EF1668A-0993-3541-8187-606265D39DC5}">
      <dsp:nvSpPr>
        <dsp:cNvPr id="0" name=""/>
        <dsp:cNvSpPr/>
      </dsp:nvSpPr>
      <dsp:spPr>
        <a:xfrm>
          <a:off x="3571014" y="3557029"/>
          <a:ext cx="1604369" cy="862564"/>
        </a:xfrm>
        <a:prstGeom prst="rect">
          <a:avLst/>
        </a:prstGeom>
        <a:noFill/>
        <a:ln>
          <a:noFill/>
        </a:ln>
        <a:effectLst/>
      </dsp:spPr>
      <dsp:style>
        <a:lnRef idx="0">
          <a:scrgbClr r="0" g="0" b="0"/>
        </a:lnRef>
        <a:fillRef idx="0">
          <a:scrgbClr r="0" g="0" b="0"/>
        </a:fillRef>
        <a:effectRef idx="0">
          <a:scrgbClr r="0" g="0" b="0"/>
        </a:effectRef>
        <a:fontRef idx="minor"/>
      </dsp:style>
    </dsp:sp>
    <dsp:sp modelId="{4D8F4715-55E2-0743-A0DA-52CA4509CFD7}">
      <dsp:nvSpPr>
        <dsp:cNvPr id="0" name=""/>
        <dsp:cNvSpPr/>
      </dsp:nvSpPr>
      <dsp:spPr>
        <a:xfrm rot="5400000">
          <a:off x="838124" y="3362952"/>
          <a:ext cx="1437606" cy="1250717"/>
        </a:xfrm>
        <a:prstGeom prst="hexagon">
          <a:avLst>
            <a:gd name="adj" fmla="val 25000"/>
            <a:gd name="vf" fmla="val 11547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126471" y="3493535"/>
        <a:ext cx="860911" cy="989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4C2EB2-FEC8-6347-966D-F4FC603D2289}">
      <dsp:nvSpPr>
        <dsp:cNvPr id="0" name=""/>
        <dsp:cNvSpPr/>
      </dsp:nvSpPr>
      <dsp:spPr>
        <a:xfrm>
          <a:off x="0" y="47500"/>
          <a:ext cx="4094129" cy="1319759"/>
        </a:xfrm>
        <a:prstGeom prst="round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Real-time monitoring of voltage, current, power, frequency, energy</a:t>
          </a:r>
        </a:p>
      </dsp:txBody>
      <dsp:txXfrm>
        <a:off x="64425" y="111925"/>
        <a:ext cx="3965279" cy="1190909"/>
      </dsp:txXfrm>
    </dsp:sp>
    <dsp:sp modelId="{68200CBE-39CD-7E40-9FFB-80FAD97426DA}">
      <dsp:nvSpPr>
        <dsp:cNvPr id="0" name=""/>
        <dsp:cNvSpPr/>
      </dsp:nvSpPr>
      <dsp:spPr>
        <a:xfrm>
          <a:off x="0" y="1436380"/>
          <a:ext cx="4094129" cy="1319759"/>
        </a:xfrm>
        <a:prstGeom prst="round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Built using ESP32 and PZEM-004T</a:t>
          </a:r>
        </a:p>
      </dsp:txBody>
      <dsp:txXfrm>
        <a:off x="64425" y="1500805"/>
        <a:ext cx="3965279" cy="1190909"/>
      </dsp:txXfrm>
    </dsp:sp>
    <dsp:sp modelId="{EF8F9840-4FCC-5A4F-B35E-B0ACF1C47E21}">
      <dsp:nvSpPr>
        <dsp:cNvPr id="0" name=""/>
        <dsp:cNvSpPr/>
      </dsp:nvSpPr>
      <dsp:spPr>
        <a:xfrm>
          <a:off x="0" y="2825260"/>
          <a:ext cx="4094129" cy="1319759"/>
        </a:xfrm>
        <a:prstGeom prst="round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Designed for low-cost, practical applications</a:t>
          </a:r>
        </a:p>
      </dsp:txBody>
      <dsp:txXfrm>
        <a:off x="64425" y="2889685"/>
        <a:ext cx="3965279" cy="11909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01D2F1-4483-4B69-8410-398A8AE7D442}">
      <dsp:nvSpPr>
        <dsp:cNvPr id="0" name=""/>
        <dsp:cNvSpPr/>
      </dsp:nvSpPr>
      <dsp:spPr>
        <a:xfrm>
          <a:off x="578316" y="123374"/>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710AC5-3124-44F1-AB58-586C31F1A01A}">
      <dsp:nvSpPr>
        <dsp:cNvPr id="0" name=""/>
        <dsp:cNvSpPr/>
      </dsp:nvSpPr>
      <dsp:spPr>
        <a:xfrm>
          <a:off x="160660" y="1034831"/>
          <a:ext cx="1518750" cy="6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Measure electrical parameters</a:t>
          </a:r>
        </a:p>
      </dsp:txBody>
      <dsp:txXfrm>
        <a:off x="160660" y="1034831"/>
        <a:ext cx="1518750" cy="607500"/>
      </dsp:txXfrm>
    </dsp:sp>
    <dsp:sp modelId="{71F19179-4269-4E69-B36D-24F79835DB18}">
      <dsp:nvSpPr>
        <dsp:cNvPr id="0" name=""/>
        <dsp:cNvSpPr/>
      </dsp:nvSpPr>
      <dsp:spPr>
        <a:xfrm>
          <a:off x="2362847" y="123374"/>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E11205-3379-4B44-A36C-C2698CF3619E}">
      <dsp:nvSpPr>
        <dsp:cNvPr id="0" name=""/>
        <dsp:cNvSpPr/>
      </dsp:nvSpPr>
      <dsp:spPr>
        <a:xfrm>
          <a:off x="1945191" y="1034831"/>
          <a:ext cx="1518750" cy="6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Ensure safety</a:t>
          </a:r>
        </a:p>
      </dsp:txBody>
      <dsp:txXfrm>
        <a:off x="1945191" y="1034831"/>
        <a:ext cx="1518750" cy="607500"/>
      </dsp:txXfrm>
    </dsp:sp>
    <dsp:sp modelId="{554986E2-A458-4E7C-8E99-3D34EBA68540}">
      <dsp:nvSpPr>
        <dsp:cNvPr id="0" name=""/>
        <dsp:cNvSpPr/>
      </dsp:nvSpPr>
      <dsp:spPr>
        <a:xfrm>
          <a:off x="1470582" y="2022019"/>
          <a:ext cx="683437" cy="68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EDD83B-41D0-402F-9532-B6ABC64D019D}">
      <dsp:nvSpPr>
        <dsp:cNvPr id="0" name=""/>
        <dsp:cNvSpPr/>
      </dsp:nvSpPr>
      <dsp:spPr>
        <a:xfrm>
          <a:off x="1052926" y="2933476"/>
          <a:ext cx="1518750" cy="60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Provide real-time output</a:t>
          </a:r>
        </a:p>
      </dsp:txBody>
      <dsp:txXfrm>
        <a:off x="1052926" y="2933476"/>
        <a:ext cx="1518750" cy="607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BA08BC-7AA5-446C-8879-18DE04954D9D}">
      <dsp:nvSpPr>
        <dsp:cNvPr id="0" name=""/>
        <dsp:cNvSpPr/>
      </dsp:nvSpPr>
      <dsp:spPr>
        <a:xfrm>
          <a:off x="471619" y="1201402"/>
          <a:ext cx="768867" cy="7688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D05876-0618-4DDF-8986-0F6D98D29DD7}">
      <dsp:nvSpPr>
        <dsp:cNvPr id="0" name=""/>
        <dsp:cNvSpPr/>
      </dsp:nvSpPr>
      <dsp:spPr>
        <a:xfrm>
          <a:off x="1755" y="2226591"/>
          <a:ext cx="1708593" cy="68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Measures current via magnetic field</a:t>
          </a:r>
        </a:p>
      </dsp:txBody>
      <dsp:txXfrm>
        <a:off x="1755" y="2226591"/>
        <a:ext cx="1708593" cy="683437"/>
      </dsp:txXfrm>
    </dsp:sp>
    <dsp:sp modelId="{E39B5369-4564-4D59-8426-CB6644462572}">
      <dsp:nvSpPr>
        <dsp:cNvPr id="0" name=""/>
        <dsp:cNvSpPr/>
      </dsp:nvSpPr>
      <dsp:spPr>
        <a:xfrm>
          <a:off x="2479216" y="1201402"/>
          <a:ext cx="768867" cy="76886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1EF56F-FA12-47D7-8BE0-8AB47BFCB5DF}">
      <dsp:nvSpPr>
        <dsp:cNvPr id="0" name=""/>
        <dsp:cNvSpPr/>
      </dsp:nvSpPr>
      <dsp:spPr>
        <a:xfrm>
          <a:off x="2009353" y="2226591"/>
          <a:ext cx="1708593" cy="683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Non-invasive</a:t>
          </a:r>
        </a:p>
      </dsp:txBody>
      <dsp:txXfrm>
        <a:off x="2009353" y="2226591"/>
        <a:ext cx="1708593" cy="6834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940697-8842-FA4F-B75F-117F8307C52F}">
      <dsp:nvSpPr>
        <dsp:cNvPr id="0" name=""/>
        <dsp:cNvSpPr/>
      </dsp:nvSpPr>
      <dsp:spPr>
        <a:xfrm rot="5400000">
          <a:off x="4898170" y="-1760981"/>
          <a:ext cx="1395914"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285750" lvl="1" indent="-285750" algn="l" defTabSz="1644650">
            <a:lnSpc>
              <a:spcPct val="90000"/>
            </a:lnSpc>
            <a:spcBef>
              <a:spcPct val="0"/>
            </a:spcBef>
            <a:spcAft>
              <a:spcPct val="15000"/>
            </a:spcAft>
            <a:buChar char="•"/>
          </a:pPr>
          <a:r>
            <a:rPr lang="en-US" sz="3700" kern="1200"/>
            <a:t>P = V × I × PF </a:t>
          </a:r>
        </a:p>
      </dsp:txBody>
      <dsp:txXfrm rot="-5400000">
        <a:off x="2962656" y="242676"/>
        <a:ext cx="5198801" cy="1259628"/>
      </dsp:txXfrm>
    </dsp:sp>
    <dsp:sp modelId="{8C466212-A62F-7A4A-B7ED-FE3E1620D0AB}">
      <dsp:nvSpPr>
        <dsp:cNvPr id="0" name=""/>
        <dsp:cNvSpPr/>
      </dsp:nvSpPr>
      <dsp:spPr>
        <a:xfrm>
          <a:off x="0" y="43"/>
          <a:ext cx="2962656" cy="17448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a:t>Real power equation: </a:t>
          </a:r>
        </a:p>
      </dsp:txBody>
      <dsp:txXfrm>
        <a:off x="85179" y="85222"/>
        <a:ext cx="2792298" cy="1574535"/>
      </dsp:txXfrm>
    </dsp:sp>
    <dsp:sp modelId="{DD450CB2-F10B-4B45-B76E-AFFCD7BFFF0A}">
      <dsp:nvSpPr>
        <dsp:cNvPr id="0" name=""/>
        <dsp:cNvSpPr/>
      </dsp:nvSpPr>
      <dsp:spPr>
        <a:xfrm rot="5400000">
          <a:off x="4898170" y="71156"/>
          <a:ext cx="1395914"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285750" lvl="1" indent="-285750" algn="l" defTabSz="1644650">
            <a:lnSpc>
              <a:spcPct val="90000"/>
            </a:lnSpc>
            <a:spcBef>
              <a:spcPct val="0"/>
            </a:spcBef>
            <a:spcAft>
              <a:spcPct val="15000"/>
            </a:spcAft>
            <a:buChar char="•"/>
          </a:pPr>
          <a:r>
            <a:rPr lang="en-US" sz="3700" kern="1200"/>
            <a:t>PF ≈ 1 </a:t>
          </a:r>
        </a:p>
        <a:p>
          <a:pPr marL="285750" lvl="1" indent="-285750" algn="l" defTabSz="1644650">
            <a:lnSpc>
              <a:spcPct val="90000"/>
            </a:lnSpc>
            <a:spcBef>
              <a:spcPct val="0"/>
            </a:spcBef>
            <a:spcAft>
              <a:spcPct val="15000"/>
            </a:spcAft>
            <a:buChar char="•"/>
          </a:pPr>
          <a:r>
            <a:rPr lang="en-US" sz="3700" kern="1200"/>
            <a:t>P ≈ V × I</a:t>
          </a:r>
        </a:p>
      </dsp:txBody>
      <dsp:txXfrm rot="-5400000">
        <a:off x="2962656" y="2074814"/>
        <a:ext cx="5198801" cy="1259628"/>
      </dsp:txXfrm>
    </dsp:sp>
    <dsp:sp modelId="{E8914D80-AB61-4343-B429-FA22B0447E52}">
      <dsp:nvSpPr>
        <dsp:cNvPr id="0" name=""/>
        <dsp:cNvSpPr/>
      </dsp:nvSpPr>
      <dsp:spPr>
        <a:xfrm>
          <a:off x="0" y="1832181"/>
          <a:ext cx="2962656" cy="17448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a:t>For resistive loads: </a:t>
          </a:r>
        </a:p>
      </dsp:txBody>
      <dsp:txXfrm>
        <a:off x="85179" y="1917360"/>
        <a:ext cx="2792298" cy="15745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AF3552-A4B1-462E-8100-C85F093D6062}">
      <dsp:nvSpPr>
        <dsp:cNvPr id="0" name=""/>
        <dsp:cNvSpPr/>
      </dsp:nvSpPr>
      <dsp:spPr>
        <a:xfrm>
          <a:off x="526670" y="655974"/>
          <a:ext cx="1406812" cy="1406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9EF412-215B-4E99-9130-2647D7B4ED36}">
      <dsp:nvSpPr>
        <dsp:cNvPr id="0" name=""/>
        <dsp:cNvSpPr/>
      </dsp:nvSpPr>
      <dsp:spPr>
        <a:xfrm>
          <a:off x="826483" y="955786"/>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B816979-790B-4E7C-BE6E-B01E3E9E85FD}">
      <dsp:nvSpPr>
        <dsp:cNvPr id="0" name=""/>
        <dsp:cNvSpPr/>
      </dsp:nvSpPr>
      <dsp:spPr>
        <a:xfrm>
          <a:off x="76952"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ESP32 reads sensor data</a:t>
          </a:r>
          <a:endParaRPr lang="en-US" sz="1600" kern="1200" dirty="0"/>
        </a:p>
      </dsp:txBody>
      <dsp:txXfrm>
        <a:off x="76952" y="2500974"/>
        <a:ext cx="2306250" cy="720000"/>
      </dsp:txXfrm>
    </dsp:sp>
    <dsp:sp modelId="{46B1A1BD-FAE9-4BAE-8781-4ECFC11FDC6D}">
      <dsp:nvSpPr>
        <dsp:cNvPr id="0" name=""/>
        <dsp:cNvSpPr/>
      </dsp:nvSpPr>
      <dsp:spPr>
        <a:xfrm>
          <a:off x="3236514" y="655974"/>
          <a:ext cx="1406812" cy="1406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6BB6BC-EDB6-4975-9FE2-E55F34918D17}">
      <dsp:nvSpPr>
        <dsp:cNvPr id="0" name=""/>
        <dsp:cNvSpPr/>
      </dsp:nvSpPr>
      <dsp:spPr>
        <a:xfrm>
          <a:off x="3536327" y="955786"/>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1693091-C87A-481A-A37B-6D9102EADA04}">
      <dsp:nvSpPr>
        <dsp:cNvPr id="0" name=""/>
        <dsp:cNvSpPr/>
      </dsp:nvSpPr>
      <dsp:spPr>
        <a:xfrm>
          <a:off x="2786796"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Processes and formats output in Real-time</a:t>
          </a:r>
          <a:endParaRPr lang="en-US" sz="1600" kern="1200" dirty="0"/>
        </a:p>
      </dsp:txBody>
      <dsp:txXfrm>
        <a:off x="2786796" y="2500974"/>
        <a:ext cx="2306250" cy="720000"/>
      </dsp:txXfrm>
    </dsp:sp>
    <dsp:sp modelId="{4DACA60F-27A0-4819-A614-84113F54B5FA}">
      <dsp:nvSpPr>
        <dsp:cNvPr id="0" name=""/>
        <dsp:cNvSpPr/>
      </dsp:nvSpPr>
      <dsp:spPr>
        <a:xfrm>
          <a:off x="5946358" y="655974"/>
          <a:ext cx="1406812" cy="1406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A9DCB-7E65-41F8-920E-D794E0596085}">
      <dsp:nvSpPr>
        <dsp:cNvPr id="0" name=""/>
        <dsp:cNvSpPr/>
      </dsp:nvSpPr>
      <dsp:spPr>
        <a:xfrm>
          <a:off x="6246171" y="955786"/>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928E1B-C4D7-489C-B308-8C431CEFFB49}">
      <dsp:nvSpPr>
        <dsp:cNvPr id="0" name=""/>
        <dsp:cNvSpPr/>
      </dsp:nvSpPr>
      <dsp:spPr>
        <a:xfrm>
          <a:off x="5496639" y="2500974"/>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Communicates via UART interface</a:t>
          </a:r>
          <a:endParaRPr lang="en-US" sz="1600" kern="1200" dirty="0"/>
        </a:p>
      </dsp:txBody>
      <dsp:txXfrm>
        <a:off x="5496639" y="2500974"/>
        <a:ext cx="23062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51369-F948-7747-9801-BC671F6EB076}">
      <dsp:nvSpPr>
        <dsp:cNvPr id="0" name=""/>
        <dsp:cNvSpPr/>
      </dsp:nvSpPr>
      <dsp:spPr>
        <a:xfrm>
          <a:off x="0" y="14511"/>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Fix wiring configuration</a:t>
          </a:r>
        </a:p>
      </dsp:txBody>
      <dsp:txXfrm>
        <a:off x="50347" y="64858"/>
        <a:ext cx="8128906" cy="930660"/>
      </dsp:txXfrm>
    </dsp:sp>
    <dsp:sp modelId="{DF9E9691-7494-534F-9C7E-F2776FF420C8}">
      <dsp:nvSpPr>
        <dsp:cNvPr id="0" name=""/>
        <dsp:cNvSpPr/>
      </dsp:nvSpPr>
      <dsp:spPr>
        <a:xfrm>
          <a:off x="0" y="1169706"/>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Proper CT placement</a:t>
          </a:r>
        </a:p>
      </dsp:txBody>
      <dsp:txXfrm>
        <a:off x="50347" y="1220053"/>
        <a:ext cx="8128906" cy="930660"/>
      </dsp:txXfrm>
    </dsp:sp>
    <dsp:sp modelId="{094B4755-072E-B84D-9058-35D7623235D7}">
      <dsp:nvSpPr>
        <dsp:cNvPr id="0" name=""/>
        <dsp:cNvSpPr/>
      </dsp:nvSpPr>
      <dsp:spPr>
        <a:xfrm>
          <a:off x="0" y="2324901"/>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Replace damaged board</a:t>
          </a:r>
        </a:p>
      </dsp:txBody>
      <dsp:txXfrm>
        <a:off x="50347" y="2375248"/>
        <a:ext cx="8128906" cy="930660"/>
      </dsp:txXfrm>
    </dsp:sp>
    <dsp:sp modelId="{A64B6CB5-9670-D844-93CF-9FEC67124C85}">
      <dsp:nvSpPr>
        <dsp:cNvPr id="0" name=""/>
        <dsp:cNvSpPr/>
      </dsp:nvSpPr>
      <dsp:spPr>
        <a:xfrm>
          <a:off x="0" y="3480096"/>
          <a:ext cx="8229600" cy="10313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Verify correct setup</a:t>
          </a:r>
        </a:p>
      </dsp:txBody>
      <dsp:txXfrm>
        <a:off x="50347" y="3530443"/>
        <a:ext cx="8128906" cy="9306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4279DC-2987-4135-B6E4-599BC667B721}">
      <dsp:nvSpPr>
        <dsp:cNvPr id="0" name=""/>
        <dsp:cNvSpPr/>
      </dsp:nvSpPr>
      <dsp:spPr>
        <a:xfrm>
          <a:off x="537299" y="136220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BCB08C-7AD1-4967-8BCD-E90B451C786B}">
      <dsp:nvSpPr>
        <dsp:cNvPr id="0" name=""/>
        <dsp:cNvSpPr/>
      </dsp:nvSpPr>
      <dsp:spPr>
        <a:xfrm>
          <a:off x="42299" y="244376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Voltage </a:t>
          </a:r>
          <a14:m xmlns:a14="http://schemas.microsoft.com/office/drawing/2010/main">
            <m:oMath xmlns:m="http://schemas.openxmlformats.org/officeDocument/2006/math">
              <m:r>
                <a:rPr lang="en-US" sz="2300" i="1" kern="1200" smtClean="0">
                  <a:latin typeface="Cambria Math" panose="02040503050406030204" pitchFamily="18" charset="0"/>
                  <a:ea typeface="Cambria Math" panose="02040503050406030204" pitchFamily="18" charset="0"/>
                </a:rPr>
                <m:t>≈</m:t>
              </m:r>
            </m:oMath>
          </a14:m>
          <a:r>
            <a:rPr lang="en-US" sz="2300" kern="1200" dirty="0"/>
            <a:t>120V</a:t>
          </a:r>
        </a:p>
      </dsp:txBody>
      <dsp:txXfrm>
        <a:off x="42299" y="2443760"/>
        <a:ext cx="1800000" cy="720000"/>
      </dsp:txXfrm>
    </dsp:sp>
    <dsp:sp modelId="{2E7649E4-1AAB-4257-91B7-21C6C64D4EBD}">
      <dsp:nvSpPr>
        <dsp:cNvPr id="0" name=""/>
        <dsp:cNvSpPr/>
      </dsp:nvSpPr>
      <dsp:spPr>
        <a:xfrm>
          <a:off x="2652300" y="136220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EB22CC-6CF9-463F-B93E-3D378D6BBCF0}">
      <dsp:nvSpPr>
        <dsp:cNvPr id="0" name=""/>
        <dsp:cNvSpPr/>
      </dsp:nvSpPr>
      <dsp:spPr>
        <a:xfrm>
          <a:off x="2157300" y="244376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Current </a:t>
          </a:r>
          <a14:m xmlns:a14="http://schemas.microsoft.com/office/drawing/2010/main">
            <m:oMath xmlns:m="http://schemas.openxmlformats.org/officeDocument/2006/math">
              <m:r>
                <a:rPr lang="en-US" sz="2300" i="1" kern="1200" smtClean="0">
                  <a:latin typeface="Cambria Math" panose="02040503050406030204" pitchFamily="18" charset="0"/>
                  <a:ea typeface="Cambria Math" panose="02040503050406030204" pitchFamily="18" charset="0"/>
                </a:rPr>
                <m:t>≈</m:t>
              </m:r>
              <m:r>
                <a:rPr lang="en-US" sz="2300" b="0" i="1" kern="1200" smtClean="0">
                  <a:latin typeface="Cambria Math" panose="02040503050406030204" pitchFamily="18" charset="0"/>
                  <a:ea typeface="Cambria Math" panose="02040503050406030204" pitchFamily="18" charset="0"/>
                </a:rPr>
                <m:t> </m:t>
              </m:r>
            </m:oMath>
          </a14:m>
          <a:r>
            <a:rPr lang="en-US" sz="2300" kern="1200" dirty="0"/>
            <a:t>0.2A</a:t>
          </a:r>
        </a:p>
      </dsp:txBody>
      <dsp:txXfrm>
        <a:off x="2157300" y="2443760"/>
        <a:ext cx="1800000" cy="720000"/>
      </dsp:txXfrm>
    </dsp:sp>
    <dsp:sp modelId="{981A6B50-E728-436C-9159-45F91BBB1DE8}">
      <dsp:nvSpPr>
        <dsp:cNvPr id="0" name=""/>
        <dsp:cNvSpPr/>
      </dsp:nvSpPr>
      <dsp:spPr>
        <a:xfrm>
          <a:off x="4767300" y="136220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479DA7-54F5-45A1-814B-C1DF1F4D2088}">
      <dsp:nvSpPr>
        <dsp:cNvPr id="0" name=""/>
        <dsp:cNvSpPr/>
      </dsp:nvSpPr>
      <dsp:spPr>
        <a:xfrm>
          <a:off x="4272300" y="244376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Power </a:t>
          </a:r>
          <a14:m xmlns:a14="http://schemas.microsoft.com/office/drawing/2010/main">
            <m:oMath xmlns:m="http://schemas.openxmlformats.org/officeDocument/2006/math">
              <m:r>
                <a:rPr lang="en-US" sz="2300" i="1" kern="1200" smtClean="0">
                  <a:latin typeface="Cambria Math" panose="02040503050406030204" pitchFamily="18" charset="0"/>
                  <a:ea typeface="Cambria Math" panose="02040503050406030204" pitchFamily="18" charset="0"/>
                </a:rPr>
                <m:t>≈</m:t>
              </m:r>
              <m:r>
                <a:rPr lang="en-US" sz="2300" b="0" i="1" kern="1200" smtClean="0">
                  <a:latin typeface="Cambria Math" panose="02040503050406030204" pitchFamily="18" charset="0"/>
                  <a:ea typeface="Cambria Math" panose="02040503050406030204" pitchFamily="18" charset="0"/>
                </a:rPr>
                <m:t> </m:t>
              </m:r>
            </m:oMath>
          </a14:m>
          <a:r>
            <a:rPr lang="en-US" sz="2300" kern="1200" dirty="0"/>
            <a:t>25W</a:t>
          </a:r>
        </a:p>
      </dsp:txBody>
      <dsp:txXfrm>
        <a:off x="4272300" y="2443760"/>
        <a:ext cx="1800000" cy="720000"/>
      </dsp:txXfrm>
    </dsp:sp>
    <dsp:sp modelId="{5DE8CF4A-632F-4A03-8A57-7DFC27A56E3E}">
      <dsp:nvSpPr>
        <dsp:cNvPr id="0" name=""/>
        <dsp:cNvSpPr/>
      </dsp:nvSpPr>
      <dsp:spPr>
        <a:xfrm>
          <a:off x="6882300" y="136220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467168-0B9D-4961-B9EF-B6DE11E5427D}">
      <dsp:nvSpPr>
        <dsp:cNvPr id="0" name=""/>
        <dsp:cNvSpPr/>
      </dsp:nvSpPr>
      <dsp:spPr>
        <a:xfrm>
          <a:off x="6387300" y="244376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Freq </a:t>
          </a:r>
          <a14:m xmlns:a14="http://schemas.microsoft.com/office/drawing/2010/main">
            <m:oMath xmlns:m="http://schemas.openxmlformats.org/officeDocument/2006/math">
              <m:r>
                <a:rPr lang="en-US" sz="2300" i="1" kern="1200" smtClean="0">
                  <a:latin typeface="Cambria Math" panose="02040503050406030204" pitchFamily="18" charset="0"/>
                  <a:ea typeface="Cambria Math" panose="02040503050406030204" pitchFamily="18" charset="0"/>
                </a:rPr>
                <m:t>≈</m:t>
              </m:r>
              <m:r>
                <a:rPr lang="en-US" sz="2300" b="0" i="1" kern="1200" smtClean="0">
                  <a:latin typeface="Cambria Math" panose="02040503050406030204" pitchFamily="18" charset="0"/>
                  <a:ea typeface="Cambria Math" panose="02040503050406030204" pitchFamily="18" charset="0"/>
                </a:rPr>
                <m:t> </m:t>
              </m:r>
            </m:oMath>
          </a14:m>
          <a:r>
            <a:rPr lang="en-US" sz="2300" kern="1200" dirty="0"/>
            <a:t>60Hz</a:t>
          </a:r>
        </a:p>
      </dsp:txBody>
      <dsp:txXfrm>
        <a:off x="6387300" y="2443760"/>
        <a:ext cx="180000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8A906-63E6-487D-AA62-88D5703B5CD8}">
      <dsp:nvSpPr>
        <dsp:cNvPr id="0" name=""/>
        <dsp:cNvSpPr/>
      </dsp:nvSpPr>
      <dsp:spPr>
        <a:xfrm>
          <a:off x="530099" y="893772"/>
          <a:ext cx="1406812" cy="1406812"/>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6F71C9-4757-4916-9458-9EB8FE8D24B2}">
      <dsp:nvSpPr>
        <dsp:cNvPr id="0" name=""/>
        <dsp:cNvSpPr/>
      </dsp:nvSpPr>
      <dsp:spPr>
        <a:xfrm>
          <a:off x="829912" y="1193584"/>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E9BE14-C34C-4908-89A8-633C468638B6}">
      <dsp:nvSpPr>
        <dsp:cNvPr id="0" name=""/>
        <dsp:cNvSpPr/>
      </dsp:nvSpPr>
      <dsp:spPr>
        <a:xfrm>
          <a:off x="80381" y="2738772"/>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dirty="0"/>
            <a:t>Functional system achieved</a:t>
          </a:r>
        </a:p>
      </dsp:txBody>
      <dsp:txXfrm>
        <a:off x="80381" y="2738772"/>
        <a:ext cx="2306250" cy="720000"/>
      </dsp:txXfrm>
    </dsp:sp>
    <dsp:sp modelId="{5893146F-8698-41E2-B41C-22201AEDD9E4}">
      <dsp:nvSpPr>
        <dsp:cNvPr id="0" name=""/>
        <dsp:cNvSpPr/>
      </dsp:nvSpPr>
      <dsp:spPr>
        <a:xfrm>
          <a:off x="3239943" y="893772"/>
          <a:ext cx="1406812" cy="1406812"/>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BF501E-AD85-44C8-AC63-FE786FA322E8}">
      <dsp:nvSpPr>
        <dsp:cNvPr id="0" name=""/>
        <dsp:cNvSpPr/>
      </dsp:nvSpPr>
      <dsp:spPr>
        <a:xfrm>
          <a:off x="3539756" y="1193584"/>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46723A-6E0F-46FA-BD76-68E16DAB1BCD}">
      <dsp:nvSpPr>
        <dsp:cNvPr id="0" name=""/>
        <dsp:cNvSpPr/>
      </dsp:nvSpPr>
      <dsp:spPr>
        <a:xfrm>
          <a:off x="2790224" y="2738772"/>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Objectives met</a:t>
          </a:r>
        </a:p>
      </dsp:txBody>
      <dsp:txXfrm>
        <a:off x="2790224" y="2738772"/>
        <a:ext cx="2306250" cy="720000"/>
      </dsp:txXfrm>
    </dsp:sp>
    <dsp:sp modelId="{FCCFE6EC-568C-417F-9D4F-D871222F2AD5}">
      <dsp:nvSpPr>
        <dsp:cNvPr id="0" name=""/>
        <dsp:cNvSpPr/>
      </dsp:nvSpPr>
      <dsp:spPr>
        <a:xfrm>
          <a:off x="5949787" y="893772"/>
          <a:ext cx="1406812" cy="1406812"/>
        </a:xfrm>
        <a:prstGeom prst="ellipse">
          <a:avLst/>
        </a:prstGeom>
        <a:solidFill>
          <a:schemeClr val="accent1">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89DF50-D510-4597-A136-38989678CDAA}">
      <dsp:nvSpPr>
        <dsp:cNvPr id="0" name=""/>
        <dsp:cNvSpPr/>
      </dsp:nvSpPr>
      <dsp:spPr>
        <a:xfrm>
          <a:off x="6249600" y="1193584"/>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4DEABB-5493-43A4-8E96-A8E3C969E294}">
      <dsp:nvSpPr>
        <dsp:cNvPr id="0" name=""/>
        <dsp:cNvSpPr/>
      </dsp:nvSpPr>
      <dsp:spPr>
        <a:xfrm>
          <a:off x="5500068" y="2738772"/>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dirty="0"/>
            <a:t>Engineering principles applied</a:t>
          </a:r>
        </a:p>
      </dsp:txBody>
      <dsp:txXfrm>
        <a:off x="5500068" y="2738772"/>
        <a:ext cx="2306250" cy="720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82DEC-EA9F-7B45-AE38-62B884BC8EFF}">
      <dsp:nvSpPr>
        <dsp:cNvPr id="0" name=""/>
        <dsp:cNvSpPr/>
      </dsp:nvSpPr>
      <dsp:spPr>
        <a:xfrm>
          <a:off x="0" y="418032"/>
          <a:ext cx="7886700" cy="604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AF8376-072D-1742-969C-E29911EDA9BD}">
      <dsp:nvSpPr>
        <dsp:cNvPr id="0" name=""/>
        <dsp:cNvSpPr/>
      </dsp:nvSpPr>
      <dsp:spPr>
        <a:xfrm>
          <a:off x="394335" y="63792"/>
          <a:ext cx="5520690" cy="7084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Add display (LCD/OLED)</a:t>
          </a:r>
        </a:p>
      </dsp:txBody>
      <dsp:txXfrm>
        <a:off x="428920" y="98377"/>
        <a:ext cx="5451520" cy="639310"/>
      </dsp:txXfrm>
    </dsp:sp>
    <dsp:sp modelId="{5D4A7B99-4521-5442-A98B-7F18F5DFD578}">
      <dsp:nvSpPr>
        <dsp:cNvPr id="0" name=""/>
        <dsp:cNvSpPr/>
      </dsp:nvSpPr>
      <dsp:spPr>
        <a:xfrm>
          <a:off x="0" y="1506672"/>
          <a:ext cx="7886700" cy="604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57D8B2-1BEA-1A43-9742-A3F172BDB055}">
      <dsp:nvSpPr>
        <dsp:cNvPr id="0" name=""/>
        <dsp:cNvSpPr/>
      </dsp:nvSpPr>
      <dsp:spPr>
        <a:xfrm>
          <a:off x="394335" y="1152432"/>
          <a:ext cx="5520690" cy="7084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a:t>Data logging</a:t>
          </a:r>
        </a:p>
      </dsp:txBody>
      <dsp:txXfrm>
        <a:off x="428920" y="1187017"/>
        <a:ext cx="5451520" cy="639310"/>
      </dsp:txXfrm>
    </dsp:sp>
    <dsp:sp modelId="{C3319C51-7B73-9043-9E74-77A7DE77F15E}">
      <dsp:nvSpPr>
        <dsp:cNvPr id="0" name=""/>
        <dsp:cNvSpPr/>
      </dsp:nvSpPr>
      <dsp:spPr>
        <a:xfrm>
          <a:off x="0" y="2595312"/>
          <a:ext cx="7886700" cy="604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CC7CBE-0121-924B-9EAB-F2A6E05641CF}">
      <dsp:nvSpPr>
        <dsp:cNvPr id="0" name=""/>
        <dsp:cNvSpPr/>
      </dsp:nvSpPr>
      <dsp:spPr>
        <a:xfrm>
          <a:off x="394335" y="2241072"/>
          <a:ext cx="5520690" cy="7084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Mobile or web interface</a:t>
          </a:r>
        </a:p>
      </dsp:txBody>
      <dsp:txXfrm>
        <a:off x="428920" y="2275657"/>
        <a:ext cx="5451520" cy="639310"/>
      </dsp:txXfrm>
    </dsp:sp>
    <dsp:sp modelId="{3556B1E9-43DD-EF44-B199-3E06393C35C3}">
      <dsp:nvSpPr>
        <dsp:cNvPr id="0" name=""/>
        <dsp:cNvSpPr/>
      </dsp:nvSpPr>
      <dsp:spPr>
        <a:xfrm>
          <a:off x="0" y="3683952"/>
          <a:ext cx="7886700" cy="604800"/>
        </a:xfrm>
        <a:prstGeom prst="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CF32EEE-8F0B-0245-8504-BA3C4F329E2A}">
      <dsp:nvSpPr>
        <dsp:cNvPr id="0" name=""/>
        <dsp:cNvSpPr/>
      </dsp:nvSpPr>
      <dsp:spPr>
        <a:xfrm>
          <a:off x="394335" y="3329711"/>
          <a:ext cx="5520690" cy="7084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1066800">
            <a:lnSpc>
              <a:spcPct val="90000"/>
            </a:lnSpc>
            <a:spcBef>
              <a:spcPct val="0"/>
            </a:spcBef>
            <a:spcAft>
              <a:spcPct val="35000"/>
            </a:spcAft>
            <a:buNone/>
          </a:pPr>
          <a:r>
            <a:rPr lang="en-US" sz="2400" kern="1200" dirty="0"/>
            <a:t>Apply on extension cord</a:t>
          </a:r>
        </a:p>
      </dsp:txBody>
      <dsp:txXfrm>
        <a:off x="428920" y="3364296"/>
        <a:ext cx="5451520" cy="639310"/>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D59D0-A911-2A4F-9719-0504E2963FA5}" type="datetimeFigureOut">
              <a:rPr lang="en-US" smtClean="0"/>
              <a:t>5/4/26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04A0B-5DFA-0A49-90DC-A6FEE775F557}" type="slidenum">
              <a:rPr lang="en-US" smtClean="0"/>
              <a:t>‹#›</a:t>
            </a:fld>
            <a:endParaRPr lang="en-US"/>
          </a:p>
        </p:txBody>
      </p:sp>
    </p:spTree>
    <p:extLst>
      <p:ext uri="{BB962C8B-B14F-4D97-AF65-F5344CB8AC3E}">
        <p14:creationId xmlns:p14="http://schemas.microsoft.com/office/powerpoint/2010/main" val="4177914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Good [afternoon], my name is [Donovan], and today I’ll be presenting my senior design project, which is a Smart Electrical Power Monitoring System. This system is designed to measure and display key electrical parameters in real time using a microcontroller-based approach.”</a:t>
            </a:r>
          </a:p>
        </p:txBody>
      </p:sp>
      <p:sp>
        <p:nvSpPr>
          <p:cNvPr id="4" name="Slide Number Placeholder 3"/>
          <p:cNvSpPr>
            <a:spLocks noGrp="1"/>
          </p:cNvSpPr>
          <p:nvPr>
            <p:ph type="sldNum" sz="quarter" idx="5"/>
          </p:nvPr>
        </p:nvSpPr>
        <p:spPr/>
        <p:txBody>
          <a:bodyPr/>
          <a:lstStyle/>
          <a:p>
            <a:fld id="{4BA04A0B-5DFA-0A49-90DC-A6FEE775F557}" type="slidenum">
              <a:rPr lang="en-US" smtClean="0"/>
              <a:t>1</a:t>
            </a:fld>
            <a:endParaRPr lang="en-US"/>
          </a:p>
        </p:txBody>
      </p:sp>
    </p:spTree>
    <p:extLst>
      <p:ext uri="{BB962C8B-B14F-4D97-AF65-F5344CB8AC3E}">
        <p14:creationId xmlns:p14="http://schemas.microsoft.com/office/powerpoint/2010/main" val="3718198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project focuses on developing a real-time electrical monitoring system capable of measuring voltage, current, power, energy, and frequency. The system uses an ESP32 microcontroller along with a PZEM-004T energy monitoring module. The goal was to create a low-cost and practical solution for monitoring electrical loads.”</a:t>
            </a:r>
          </a:p>
        </p:txBody>
      </p:sp>
      <p:sp>
        <p:nvSpPr>
          <p:cNvPr id="4" name="Slide Number Placeholder 3"/>
          <p:cNvSpPr>
            <a:spLocks noGrp="1"/>
          </p:cNvSpPr>
          <p:nvPr>
            <p:ph type="sldNum" sz="quarter" idx="5"/>
          </p:nvPr>
        </p:nvSpPr>
        <p:spPr/>
        <p:txBody>
          <a:bodyPr/>
          <a:lstStyle/>
          <a:p>
            <a:fld id="{4BA04A0B-5DFA-0A49-90DC-A6FEE775F557}" type="slidenum">
              <a:rPr lang="en-US" smtClean="0"/>
              <a:t>2</a:t>
            </a:fld>
            <a:endParaRPr lang="en-US"/>
          </a:p>
        </p:txBody>
      </p:sp>
    </p:spTree>
    <p:extLst>
      <p:ext uri="{BB962C8B-B14F-4D97-AF65-F5344CB8AC3E}">
        <p14:creationId xmlns:p14="http://schemas.microsoft.com/office/powerpoint/2010/main" val="846780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main issues this project addresses is the lack of accessible and real-time energy monitoring, especially for small-scale systems. Many existing solutions are either too expensive or too complex for simple applications, making it difficult for users to understand their energy usage.</a:t>
            </a:r>
          </a:p>
        </p:txBody>
      </p:sp>
      <p:sp>
        <p:nvSpPr>
          <p:cNvPr id="4" name="Slide Number Placeholder 3"/>
          <p:cNvSpPr>
            <a:spLocks noGrp="1"/>
          </p:cNvSpPr>
          <p:nvPr>
            <p:ph type="sldNum" sz="quarter" idx="5"/>
          </p:nvPr>
        </p:nvSpPr>
        <p:spPr/>
        <p:txBody>
          <a:bodyPr/>
          <a:lstStyle/>
          <a:p>
            <a:fld id="{4BA04A0B-5DFA-0A49-90DC-A6FEE775F557}" type="slidenum">
              <a:rPr lang="en-US" smtClean="0"/>
              <a:t>3</a:t>
            </a:fld>
            <a:endParaRPr lang="en-US"/>
          </a:p>
        </p:txBody>
      </p:sp>
    </p:spTree>
    <p:extLst>
      <p:ext uri="{BB962C8B-B14F-4D97-AF65-F5344CB8AC3E}">
        <p14:creationId xmlns:p14="http://schemas.microsoft.com/office/powerpoint/2010/main" val="48647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behind this project is to improve energy awareness and provide a low-cost monitoring solution. Additionally, this project serves as an opportunity to apply core electrical and embedded systems concepts learned throughout the degree.</a:t>
            </a:r>
          </a:p>
        </p:txBody>
      </p:sp>
      <p:sp>
        <p:nvSpPr>
          <p:cNvPr id="4" name="Slide Number Placeholder 3"/>
          <p:cNvSpPr>
            <a:spLocks noGrp="1"/>
          </p:cNvSpPr>
          <p:nvPr>
            <p:ph type="sldNum" sz="quarter" idx="5"/>
          </p:nvPr>
        </p:nvSpPr>
        <p:spPr/>
        <p:txBody>
          <a:bodyPr/>
          <a:lstStyle/>
          <a:p>
            <a:fld id="{4BA04A0B-5DFA-0A49-90DC-A6FEE775F557}" type="slidenum">
              <a:rPr lang="en-US" smtClean="0"/>
              <a:t>4</a:t>
            </a:fld>
            <a:endParaRPr lang="en-US"/>
          </a:p>
        </p:txBody>
      </p:sp>
    </p:spTree>
    <p:extLst>
      <p:ext uri="{BB962C8B-B14F-4D97-AF65-F5344CB8AC3E}">
        <p14:creationId xmlns:p14="http://schemas.microsoft.com/office/powerpoint/2010/main" val="4074390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objectives were to accurately measure AC electrical parameters, safely interface with high-voltage systems, provide real-time output, and build a reliable working prototype that demonstrates these capabilities</a:t>
            </a:r>
          </a:p>
        </p:txBody>
      </p:sp>
      <p:sp>
        <p:nvSpPr>
          <p:cNvPr id="4" name="Slide Number Placeholder 3"/>
          <p:cNvSpPr>
            <a:spLocks noGrp="1"/>
          </p:cNvSpPr>
          <p:nvPr>
            <p:ph type="sldNum" sz="quarter" idx="5"/>
          </p:nvPr>
        </p:nvSpPr>
        <p:spPr/>
        <p:txBody>
          <a:bodyPr/>
          <a:lstStyle/>
          <a:p>
            <a:fld id="{4BA04A0B-5DFA-0A49-90DC-A6FEE775F557}" type="slidenum">
              <a:rPr lang="en-US" smtClean="0"/>
              <a:t>5</a:t>
            </a:fld>
            <a:endParaRPr lang="en-US"/>
          </a:p>
        </p:txBody>
      </p:sp>
    </p:spTree>
    <p:extLst>
      <p:ext uri="{BB962C8B-B14F-4D97-AF65-F5344CB8AC3E}">
        <p14:creationId xmlns:p14="http://schemas.microsoft.com/office/powerpoint/2010/main" val="233935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used includes the ESP32 microcontroller, the PZEM-004T-100A module, a current transformer clamp, and a lamp used as the test load.</a:t>
            </a:r>
          </a:p>
        </p:txBody>
      </p:sp>
      <p:sp>
        <p:nvSpPr>
          <p:cNvPr id="4" name="Slide Number Placeholder 3"/>
          <p:cNvSpPr>
            <a:spLocks noGrp="1"/>
          </p:cNvSpPr>
          <p:nvPr>
            <p:ph type="sldNum" sz="quarter" idx="5"/>
          </p:nvPr>
        </p:nvSpPr>
        <p:spPr/>
        <p:txBody>
          <a:bodyPr/>
          <a:lstStyle/>
          <a:p>
            <a:fld id="{4BA04A0B-5DFA-0A49-90DC-A6FEE775F557}" type="slidenum">
              <a:rPr lang="en-US" smtClean="0"/>
              <a:t>6</a:t>
            </a:fld>
            <a:endParaRPr lang="en-US"/>
          </a:p>
        </p:txBody>
      </p:sp>
    </p:spTree>
    <p:extLst>
      <p:ext uri="{BB962C8B-B14F-4D97-AF65-F5344CB8AC3E}">
        <p14:creationId xmlns:p14="http://schemas.microsoft.com/office/powerpoint/2010/main" val="228064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side includes the Arduino IDE for development, the PZEM library for communication, and UART protocol for data transfer between the ESP32 and the PZEM module.</a:t>
            </a:r>
          </a:p>
        </p:txBody>
      </p:sp>
      <p:sp>
        <p:nvSpPr>
          <p:cNvPr id="4" name="Slide Number Placeholder 3"/>
          <p:cNvSpPr>
            <a:spLocks noGrp="1"/>
          </p:cNvSpPr>
          <p:nvPr>
            <p:ph type="sldNum" sz="quarter" idx="5"/>
          </p:nvPr>
        </p:nvSpPr>
        <p:spPr/>
        <p:txBody>
          <a:bodyPr/>
          <a:lstStyle/>
          <a:p>
            <a:fld id="{4BA04A0B-5DFA-0A49-90DC-A6FEE775F557}" type="slidenum">
              <a:rPr lang="en-US" smtClean="0"/>
              <a:t>7</a:t>
            </a:fld>
            <a:endParaRPr lang="en-US"/>
          </a:p>
        </p:txBody>
      </p:sp>
    </p:spTree>
    <p:extLst>
      <p:ext uri="{BB962C8B-B14F-4D97-AF65-F5344CB8AC3E}">
        <p14:creationId xmlns:p14="http://schemas.microsoft.com/office/powerpoint/2010/main" val="543270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transformer works using electromagnetic induction. When current flows through a conductor, it generates a magnetic field. The CT senses this field and produces a proportional current. This allows for non-invasive current measurement.</a:t>
            </a:r>
          </a:p>
        </p:txBody>
      </p:sp>
      <p:sp>
        <p:nvSpPr>
          <p:cNvPr id="4" name="Slide Number Placeholder 3"/>
          <p:cNvSpPr>
            <a:spLocks noGrp="1"/>
          </p:cNvSpPr>
          <p:nvPr>
            <p:ph type="sldNum" sz="quarter" idx="5"/>
          </p:nvPr>
        </p:nvSpPr>
        <p:spPr/>
        <p:txBody>
          <a:bodyPr/>
          <a:lstStyle/>
          <a:p>
            <a:fld id="{4BA04A0B-5DFA-0A49-90DC-A6FEE775F557}" type="slidenum">
              <a:rPr lang="en-US" smtClean="0"/>
              <a:t>9</a:t>
            </a:fld>
            <a:endParaRPr lang="en-US"/>
          </a:p>
        </p:txBody>
      </p:sp>
    </p:spTree>
    <p:extLst>
      <p:ext uri="{BB962C8B-B14F-4D97-AF65-F5344CB8AC3E}">
        <p14:creationId xmlns:p14="http://schemas.microsoft.com/office/powerpoint/2010/main" val="125781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PZEM module measures voltage using an internal voltage divider that scales down the AC voltage to a safe level. It then calculates the RMS voltage, which represents the effective value of the AC signal</a:t>
            </a:r>
          </a:p>
        </p:txBody>
      </p:sp>
      <p:sp>
        <p:nvSpPr>
          <p:cNvPr id="4" name="Slide Number Placeholder 3"/>
          <p:cNvSpPr>
            <a:spLocks noGrp="1"/>
          </p:cNvSpPr>
          <p:nvPr>
            <p:ph type="sldNum" sz="quarter" idx="5"/>
          </p:nvPr>
        </p:nvSpPr>
        <p:spPr/>
        <p:txBody>
          <a:bodyPr/>
          <a:lstStyle/>
          <a:p>
            <a:fld id="{4BA04A0B-5DFA-0A49-90DC-A6FEE775F557}" type="slidenum">
              <a:rPr lang="en-US" smtClean="0"/>
              <a:t>10</a:t>
            </a:fld>
            <a:endParaRPr lang="en-US"/>
          </a:p>
        </p:txBody>
      </p:sp>
    </p:spTree>
    <p:extLst>
      <p:ext uri="{BB962C8B-B14F-4D97-AF65-F5344CB8AC3E}">
        <p14:creationId xmlns:p14="http://schemas.microsoft.com/office/powerpoint/2010/main" val="2693580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equation is P equals V times I times the power factor. For resistive loads like a lamp, the power factor is approximately one, so power simplifies to voltage times current.</a:t>
            </a:r>
          </a:p>
        </p:txBody>
      </p:sp>
      <p:sp>
        <p:nvSpPr>
          <p:cNvPr id="4" name="Slide Number Placeholder 3"/>
          <p:cNvSpPr>
            <a:spLocks noGrp="1"/>
          </p:cNvSpPr>
          <p:nvPr>
            <p:ph type="sldNum" sz="quarter" idx="5"/>
          </p:nvPr>
        </p:nvSpPr>
        <p:spPr/>
        <p:txBody>
          <a:bodyPr/>
          <a:lstStyle/>
          <a:p>
            <a:fld id="{4BA04A0B-5DFA-0A49-90DC-A6FEE775F557}" type="slidenum">
              <a:rPr lang="en-US" smtClean="0"/>
              <a:t>11</a:t>
            </a:fld>
            <a:endParaRPr lang="en-US"/>
          </a:p>
        </p:txBody>
      </p:sp>
    </p:spTree>
    <p:extLst>
      <p:ext uri="{BB962C8B-B14F-4D97-AF65-F5344CB8AC3E}">
        <p14:creationId xmlns:p14="http://schemas.microsoft.com/office/powerpoint/2010/main" val="1061313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ESP32 acts as the central processor. It reads measurement data from the PZEM, processes it, and formats it for output. This is done in real time, making the system responsive to changes.</a:t>
            </a:r>
          </a:p>
        </p:txBody>
      </p:sp>
      <p:sp>
        <p:nvSpPr>
          <p:cNvPr id="4" name="Slide Number Placeholder 3"/>
          <p:cNvSpPr>
            <a:spLocks noGrp="1"/>
          </p:cNvSpPr>
          <p:nvPr>
            <p:ph type="sldNum" sz="quarter" idx="5"/>
          </p:nvPr>
        </p:nvSpPr>
        <p:spPr/>
        <p:txBody>
          <a:bodyPr/>
          <a:lstStyle/>
          <a:p>
            <a:fld id="{4BA04A0B-5DFA-0A49-90DC-A6FEE775F557}" type="slidenum">
              <a:rPr lang="en-US" smtClean="0"/>
              <a:t>12</a:t>
            </a:fld>
            <a:endParaRPr lang="en-US"/>
          </a:p>
        </p:txBody>
      </p:sp>
    </p:spTree>
    <p:extLst>
      <p:ext uri="{BB962C8B-B14F-4D97-AF65-F5344CB8AC3E}">
        <p14:creationId xmlns:p14="http://schemas.microsoft.com/office/powerpoint/2010/main" val="1594347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between the ESP32 and PZEM uses UART. Data is transmitted through TX and RX lines at 9600 baud, with standard settings of 8 data bits, no parity, and one stop bit.</a:t>
            </a:r>
          </a:p>
        </p:txBody>
      </p:sp>
      <p:sp>
        <p:nvSpPr>
          <p:cNvPr id="4" name="Slide Number Placeholder 3"/>
          <p:cNvSpPr>
            <a:spLocks noGrp="1"/>
          </p:cNvSpPr>
          <p:nvPr>
            <p:ph type="sldNum" sz="quarter" idx="5"/>
          </p:nvPr>
        </p:nvSpPr>
        <p:spPr/>
        <p:txBody>
          <a:bodyPr/>
          <a:lstStyle/>
          <a:p>
            <a:fld id="{4BA04A0B-5DFA-0A49-90DC-A6FEE775F557}" type="slidenum">
              <a:rPr lang="en-US" smtClean="0"/>
              <a:t>13</a:t>
            </a:fld>
            <a:endParaRPr lang="en-US"/>
          </a:p>
        </p:txBody>
      </p:sp>
    </p:spTree>
    <p:extLst>
      <p:ext uri="{BB962C8B-B14F-4D97-AF65-F5344CB8AC3E}">
        <p14:creationId xmlns:p14="http://schemas.microsoft.com/office/powerpoint/2010/main" val="3847956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consists of four main parts. First, the AC power source provides the input. Second, the PZEM module performs measurement. Third, the ESP32 processes the data. Finally, the results are displayed through the serial monitor. This diagram shows the system flow. AC power enters the PZEM module, which measures electrical parameters. The current transformer provides current data. The ESP32 communicates with the PZEM via UART and outputs the results</a:t>
            </a:r>
          </a:p>
        </p:txBody>
      </p:sp>
      <p:sp>
        <p:nvSpPr>
          <p:cNvPr id="4" name="Slide Number Placeholder 3"/>
          <p:cNvSpPr>
            <a:spLocks noGrp="1"/>
          </p:cNvSpPr>
          <p:nvPr>
            <p:ph type="sldNum" sz="quarter" idx="5"/>
          </p:nvPr>
        </p:nvSpPr>
        <p:spPr/>
        <p:txBody>
          <a:bodyPr/>
          <a:lstStyle/>
          <a:p>
            <a:fld id="{4BA04A0B-5DFA-0A49-90DC-A6FEE775F557}" type="slidenum">
              <a:rPr lang="en-US" smtClean="0"/>
              <a:t>14</a:t>
            </a:fld>
            <a:endParaRPr lang="en-US"/>
          </a:p>
        </p:txBody>
      </p:sp>
    </p:spTree>
    <p:extLst>
      <p:ext uri="{BB962C8B-B14F-4D97-AF65-F5344CB8AC3E}">
        <p14:creationId xmlns:p14="http://schemas.microsoft.com/office/powerpoint/2010/main" val="2385742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challenges were encountered, including incorrect wiring that resulted in invalid readings, improper CT placement that caused zero current readings, and hardware damage during testing.</a:t>
            </a:r>
          </a:p>
        </p:txBody>
      </p:sp>
      <p:sp>
        <p:nvSpPr>
          <p:cNvPr id="4" name="Slide Number Placeholder 3"/>
          <p:cNvSpPr>
            <a:spLocks noGrp="1"/>
          </p:cNvSpPr>
          <p:nvPr>
            <p:ph type="sldNum" sz="quarter" idx="5"/>
          </p:nvPr>
        </p:nvSpPr>
        <p:spPr/>
        <p:txBody>
          <a:bodyPr/>
          <a:lstStyle/>
          <a:p>
            <a:fld id="{4BA04A0B-5DFA-0A49-90DC-A6FEE775F557}" type="slidenum">
              <a:rPr lang="en-US" smtClean="0"/>
              <a:t>15</a:t>
            </a:fld>
            <a:endParaRPr lang="en-US"/>
          </a:p>
        </p:txBody>
      </p:sp>
    </p:spTree>
    <p:extLst>
      <p:ext uri="{BB962C8B-B14F-4D97-AF65-F5344CB8AC3E}">
        <p14:creationId xmlns:p14="http://schemas.microsoft.com/office/powerpoint/2010/main" val="1828100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issues were resolved by correcting the wiring configuration, ensuring proper CT placement around the hot wire, and replacing the damaged module. Careful testing was used to verify each fix.</a:t>
            </a:r>
          </a:p>
        </p:txBody>
      </p:sp>
      <p:sp>
        <p:nvSpPr>
          <p:cNvPr id="4" name="Slide Number Placeholder 3"/>
          <p:cNvSpPr>
            <a:spLocks noGrp="1"/>
          </p:cNvSpPr>
          <p:nvPr>
            <p:ph type="sldNum" sz="quarter" idx="5"/>
          </p:nvPr>
        </p:nvSpPr>
        <p:spPr/>
        <p:txBody>
          <a:bodyPr/>
          <a:lstStyle/>
          <a:p>
            <a:fld id="{4BA04A0B-5DFA-0A49-90DC-A6FEE775F557}" type="slidenum">
              <a:rPr lang="en-US" smtClean="0"/>
              <a:t>16</a:t>
            </a:fld>
            <a:endParaRPr lang="en-US"/>
          </a:p>
        </p:txBody>
      </p:sp>
    </p:spTree>
    <p:extLst>
      <p:ext uri="{BB962C8B-B14F-4D97-AF65-F5344CB8AC3E}">
        <p14:creationId xmlns:p14="http://schemas.microsoft.com/office/powerpoint/2010/main" val="4109723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produced consistent results, with voltage around 123 volts, current around 0.2 amps, power around 25 watts, and frequency near 60 hertz.</a:t>
            </a:r>
          </a:p>
        </p:txBody>
      </p:sp>
      <p:sp>
        <p:nvSpPr>
          <p:cNvPr id="4" name="Slide Number Placeholder 3"/>
          <p:cNvSpPr>
            <a:spLocks noGrp="1"/>
          </p:cNvSpPr>
          <p:nvPr>
            <p:ph type="sldNum" sz="quarter" idx="5"/>
          </p:nvPr>
        </p:nvSpPr>
        <p:spPr/>
        <p:txBody>
          <a:bodyPr/>
          <a:lstStyle/>
          <a:p>
            <a:fld id="{4BA04A0B-5DFA-0A49-90DC-A6FEE775F557}" type="slidenum">
              <a:rPr lang="en-US" smtClean="0"/>
              <a:t>17</a:t>
            </a:fld>
            <a:endParaRPr lang="en-US"/>
          </a:p>
        </p:txBody>
      </p:sp>
    </p:spTree>
    <p:extLst>
      <p:ext uri="{BB962C8B-B14F-4D97-AF65-F5344CB8AC3E}">
        <p14:creationId xmlns:p14="http://schemas.microsoft.com/office/powerpoint/2010/main" val="1207130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were validated using the power equation. The measured power closely matched the product of voltage and current, confirming the accuracy of the system with a 4 percent difference</a:t>
            </a:r>
          </a:p>
        </p:txBody>
      </p:sp>
      <p:sp>
        <p:nvSpPr>
          <p:cNvPr id="4" name="Slide Number Placeholder 3"/>
          <p:cNvSpPr>
            <a:spLocks noGrp="1"/>
          </p:cNvSpPr>
          <p:nvPr>
            <p:ph type="sldNum" sz="quarter" idx="5"/>
          </p:nvPr>
        </p:nvSpPr>
        <p:spPr/>
        <p:txBody>
          <a:bodyPr/>
          <a:lstStyle/>
          <a:p>
            <a:fld id="{4BA04A0B-5DFA-0A49-90DC-A6FEE775F557}" type="slidenum">
              <a:rPr lang="en-US" smtClean="0"/>
              <a:t>18</a:t>
            </a:fld>
            <a:endParaRPr lang="en-US"/>
          </a:p>
        </p:txBody>
      </p:sp>
    </p:spTree>
    <p:extLst>
      <p:ext uri="{BB962C8B-B14F-4D97-AF65-F5344CB8AC3E}">
        <p14:creationId xmlns:p14="http://schemas.microsoft.com/office/powerpoint/2010/main" val="3388304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provided valuable hands-on experience working with both hardware and software. I was able to apply core electrical engineering principles in a real-world setting, especially when working with AC power and measurement systems. Throughout the project, I developed skills in embedded systems, communication protocols, and troubleshooting. I also faced challenges such as wiring errors and hardware failure, which helped me improve my problem-solving approach. Overall, this project helped bridge the gap between theory and practical implementation.</a:t>
            </a:r>
          </a:p>
        </p:txBody>
      </p:sp>
      <p:sp>
        <p:nvSpPr>
          <p:cNvPr id="4" name="Slide Number Placeholder 3"/>
          <p:cNvSpPr>
            <a:spLocks noGrp="1"/>
          </p:cNvSpPr>
          <p:nvPr>
            <p:ph type="sldNum" sz="quarter" idx="5"/>
          </p:nvPr>
        </p:nvSpPr>
        <p:spPr/>
        <p:txBody>
          <a:bodyPr/>
          <a:lstStyle/>
          <a:p>
            <a:fld id="{4BA04A0B-5DFA-0A49-90DC-A6FEE775F557}" type="slidenum">
              <a:rPr lang="en-US" smtClean="0"/>
              <a:t>19</a:t>
            </a:fld>
            <a:endParaRPr lang="en-US"/>
          </a:p>
        </p:txBody>
      </p:sp>
    </p:spTree>
    <p:extLst>
      <p:ext uri="{BB962C8B-B14F-4D97-AF65-F5344CB8AC3E}">
        <p14:creationId xmlns:p14="http://schemas.microsoft.com/office/powerpoint/2010/main" val="183319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project successfully demonstrates a working electrical monitoring system that applies key engineering principles and meets all initial objectives.</a:t>
            </a:r>
          </a:p>
        </p:txBody>
      </p:sp>
      <p:sp>
        <p:nvSpPr>
          <p:cNvPr id="4" name="Slide Number Placeholder 3"/>
          <p:cNvSpPr>
            <a:spLocks noGrp="1"/>
          </p:cNvSpPr>
          <p:nvPr>
            <p:ph type="sldNum" sz="quarter" idx="5"/>
          </p:nvPr>
        </p:nvSpPr>
        <p:spPr/>
        <p:txBody>
          <a:bodyPr/>
          <a:lstStyle/>
          <a:p>
            <a:fld id="{4BA04A0B-5DFA-0A49-90DC-A6FEE775F557}" type="slidenum">
              <a:rPr lang="en-US" smtClean="0"/>
              <a:t>20</a:t>
            </a:fld>
            <a:endParaRPr lang="en-US"/>
          </a:p>
        </p:txBody>
      </p:sp>
    </p:spTree>
    <p:extLst>
      <p:ext uri="{BB962C8B-B14F-4D97-AF65-F5344CB8AC3E}">
        <p14:creationId xmlns:p14="http://schemas.microsoft.com/office/powerpoint/2010/main" val="1707351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improvements could include adding a display, implementing data logging, developing a mobile interface, and expanding the system to monitor multiple loads.</a:t>
            </a:r>
          </a:p>
        </p:txBody>
      </p:sp>
      <p:sp>
        <p:nvSpPr>
          <p:cNvPr id="4" name="Slide Number Placeholder 3"/>
          <p:cNvSpPr>
            <a:spLocks noGrp="1"/>
          </p:cNvSpPr>
          <p:nvPr>
            <p:ph type="sldNum" sz="quarter" idx="5"/>
          </p:nvPr>
        </p:nvSpPr>
        <p:spPr/>
        <p:txBody>
          <a:bodyPr/>
          <a:lstStyle/>
          <a:p>
            <a:fld id="{4BA04A0B-5DFA-0A49-90DC-A6FEE775F557}" type="slidenum">
              <a:rPr lang="en-US" smtClean="0"/>
              <a:t>21</a:t>
            </a:fld>
            <a:endParaRPr lang="en-US"/>
          </a:p>
        </p:txBody>
      </p:sp>
    </p:spTree>
    <p:extLst>
      <p:ext uri="{BB962C8B-B14F-4D97-AF65-F5344CB8AC3E}">
        <p14:creationId xmlns:p14="http://schemas.microsoft.com/office/powerpoint/2010/main" val="1245822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jpe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jpe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diagramColors" Target="../diagrams/colors8.xml"/><Relationship Id="rId5" Type="http://schemas.openxmlformats.org/officeDocument/2006/relationships/diagramQuickStyle" Target="../diagrams/quickStyle8.xml"/><Relationship Id="rId10"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3" name="Rectangle 1222">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49" y="640823"/>
            <a:ext cx="2711433" cy="5583148"/>
          </a:xfrm>
        </p:spPr>
        <p:txBody>
          <a:bodyPr anchor="ctr">
            <a:normAutofit/>
          </a:bodyPr>
          <a:lstStyle/>
          <a:p>
            <a:r>
              <a:rPr lang="en-US" sz="4000" dirty="0"/>
              <a:t>Smart Energy Monitoring System</a:t>
            </a:r>
          </a:p>
        </p:txBody>
      </p:sp>
      <p:sp>
        <p:nvSpPr>
          <p:cNvPr id="1225"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30" name="Content Placeholder 2">
            <a:extLst>
              <a:ext uri="{FF2B5EF4-FFF2-40B4-BE49-F238E27FC236}">
                <a16:creationId xmlns:a16="http://schemas.microsoft.com/office/drawing/2014/main" id="{6A231316-83F9-C7E3-3204-8AC74ECAFB94}"/>
              </a:ext>
            </a:extLst>
          </p:cNvPr>
          <p:cNvGraphicFramePr>
            <a:graphicFrameLocks noGrp="1"/>
          </p:cNvGraphicFramePr>
          <p:nvPr>
            <p:ph idx="1"/>
            <p:extLst>
              <p:ext uri="{D42A27DB-BD31-4B8C-83A1-F6EECF244321}">
                <p14:modId xmlns:p14="http://schemas.microsoft.com/office/powerpoint/2010/main" val="2580079835"/>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8" name="Rectangle 2077">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80" name="Arc 2079">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2564587" y="547061"/>
            <a:ext cx="4094129" cy="1325563"/>
          </a:xfrm>
        </p:spPr>
        <p:txBody>
          <a:bodyPr>
            <a:normAutofit/>
          </a:bodyPr>
          <a:lstStyle/>
          <a:p>
            <a:r>
              <a:rPr lang="en-US" dirty="0"/>
              <a:t>Project Overview</a:t>
            </a:r>
          </a:p>
        </p:txBody>
      </p:sp>
      <p:sp>
        <p:nvSpPr>
          <p:cNvPr id="2082" name="Freeform: Shape 2081">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2066" name="Content Placeholder 2">
            <a:extLst>
              <a:ext uri="{FF2B5EF4-FFF2-40B4-BE49-F238E27FC236}">
                <a16:creationId xmlns:a16="http://schemas.microsoft.com/office/drawing/2014/main" id="{4E915890-CB6C-7001-9882-CDDFF78BE10C}"/>
              </a:ext>
            </a:extLst>
          </p:cNvPr>
          <p:cNvGraphicFramePr>
            <a:graphicFrameLocks noGrp="1"/>
          </p:cNvGraphicFramePr>
          <p:nvPr>
            <p:ph idx="1"/>
            <p:extLst>
              <p:ext uri="{D42A27DB-BD31-4B8C-83A1-F6EECF244321}">
                <p14:modId xmlns:p14="http://schemas.microsoft.com/office/powerpoint/2010/main" val="3795574388"/>
              </p:ext>
            </p:extLst>
          </p:nvPr>
        </p:nvGraphicFramePr>
        <p:xfrm>
          <a:off x="2524935" y="1872624"/>
          <a:ext cx="4094129"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1" name="Rectangle 309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5" name="Rectangle 309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7" name="Rectangle 309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9" name="Rectangle 309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Oval 310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Problem Statement</a:t>
            </a:r>
          </a:p>
        </p:txBody>
      </p:sp>
      <p:sp>
        <p:nvSpPr>
          <p:cNvPr id="3" name="Content Placeholder 2"/>
          <p:cNvSpPr>
            <a:spLocks noGrp="1"/>
          </p:cNvSpPr>
          <p:nvPr>
            <p:ph idx="1"/>
          </p:nvPr>
        </p:nvSpPr>
        <p:spPr>
          <a:xfrm>
            <a:off x="4877368" y="649480"/>
            <a:ext cx="3646835" cy="5546047"/>
          </a:xfrm>
        </p:spPr>
        <p:txBody>
          <a:bodyPr anchor="ctr">
            <a:normAutofit/>
          </a:bodyPr>
          <a:lstStyle/>
          <a:p>
            <a:r>
              <a:rPr lang="en-US" sz="1700"/>
              <a:t>Limited access to real-time energy monitoring</a:t>
            </a:r>
          </a:p>
          <a:p>
            <a:r>
              <a:rPr lang="en-US" sz="1700"/>
              <a:t>Existing systems are expensive or complex</a:t>
            </a:r>
          </a:p>
        </p:txBody>
      </p:sp>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descr="Powerpoint template HD wallpapers | Pxfuel">
            <a:extLst>
              <a:ext uri="{FF2B5EF4-FFF2-40B4-BE49-F238E27FC236}">
                <a16:creationId xmlns:a16="http://schemas.microsoft.com/office/drawing/2014/main" id="{8978670A-132A-5AFD-940D-1AE52C81DAD9}"/>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l="34973" r="6754"/>
          <a:stretch>
            <a:fillRect/>
          </a:stretch>
        </p:blipFill>
        <p:spPr bwMode="auto">
          <a:xfrm>
            <a:off x="4348157" y="10"/>
            <a:ext cx="4795614" cy="51434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9144000" cy="5143500"/>
          </a:xfrm>
          <a:prstGeom prst="rect">
            <a:avLst/>
          </a:prstGeom>
        </p:spPr>
      </p:pic>
      <p:sp>
        <p:nvSpPr>
          <p:cNvPr id="2" name="Title 1"/>
          <p:cNvSpPr>
            <a:spLocks noGrp="1"/>
          </p:cNvSpPr>
          <p:nvPr>
            <p:ph type="title"/>
          </p:nvPr>
        </p:nvSpPr>
        <p:spPr>
          <a:xfrm>
            <a:off x="603749" y="806450"/>
            <a:ext cx="3602727" cy="1633382"/>
          </a:xfrm>
        </p:spPr>
        <p:txBody>
          <a:bodyPr>
            <a:normAutofit/>
          </a:bodyPr>
          <a:lstStyle/>
          <a:p>
            <a:r>
              <a:rPr lang="en-US">
                <a:solidFill>
                  <a:srgbClr val="000000"/>
                </a:solidFill>
              </a:rPr>
              <a:t>Motivation</a:t>
            </a:r>
          </a:p>
        </p:txBody>
      </p:sp>
      <p:sp>
        <p:nvSpPr>
          <p:cNvPr id="3" name="Content Placeholder 2"/>
          <p:cNvSpPr>
            <a:spLocks noGrp="1"/>
          </p:cNvSpPr>
          <p:nvPr>
            <p:ph idx="1"/>
          </p:nvPr>
        </p:nvSpPr>
        <p:spPr>
          <a:xfrm>
            <a:off x="603520" y="2061139"/>
            <a:ext cx="3602726" cy="3045693"/>
          </a:xfrm>
        </p:spPr>
        <p:txBody>
          <a:bodyPr anchor="ctr">
            <a:normAutofit/>
          </a:bodyPr>
          <a:lstStyle/>
          <a:p>
            <a:r>
              <a:rPr lang="en-US" sz="2400" dirty="0">
                <a:solidFill>
                  <a:srgbClr val="000000"/>
                </a:solidFill>
              </a:rPr>
              <a:t>Improve energy awareness</a:t>
            </a:r>
          </a:p>
          <a:p>
            <a:r>
              <a:rPr lang="en-US" sz="2400" dirty="0">
                <a:solidFill>
                  <a:srgbClr val="000000"/>
                </a:solidFill>
              </a:rPr>
              <a:t>Low-cost solution</a:t>
            </a:r>
          </a:p>
        </p:txBody>
      </p:sp>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31BF440-39FA-4087-84CC-2EEC0BBDA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blocks and networks technology background">
            <a:extLst>
              <a:ext uri="{FF2B5EF4-FFF2-40B4-BE49-F238E27FC236}">
                <a16:creationId xmlns:a16="http://schemas.microsoft.com/office/drawing/2014/main" id="{3A82ED92-56B4-2347-964B-D896F553ED51}"/>
              </a:ext>
            </a:extLst>
          </p:cNvPr>
          <p:cNvPicPr>
            <a:picLocks noChangeAspect="1"/>
          </p:cNvPicPr>
          <p:nvPr/>
        </p:nvPicPr>
        <p:blipFill>
          <a:blip r:embed="rId3"/>
          <a:srcRect r="8363" b="-3"/>
          <a:stretch>
            <a:fillRect/>
          </a:stretch>
        </p:blipFill>
        <p:spPr>
          <a:xfrm>
            <a:off x="3662268" y="10"/>
            <a:ext cx="5481732" cy="3364982"/>
          </a:xfrm>
          <a:custGeom>
            <a:avLst/>
            <a:gdLst/>
            <a:ahLst/>
            <a:cxnLst/>
            <a:rect l="l" t="t" r="r" b="b"/>
            <a:pathLst>
              <a:path w="7308975" h="3364992">
                <a:moveTo>
                  <a:pt x="0" y="0"/>
                </a:moveTo>
                <a:lnTo>
                  <a:pt x="7308975" y="0"/>
                </a:lnTo>
                <a:lnTo>
                  <a:pt x="7308975" y="3364992"/>
                </a:lnTo>
                <a:lnTo>
                  <a:pt x="1210305" y="3364992"/>
                </a:lnTo>
                <a:lnTo>
                  <a:pt x="1192705" y="2943200"/>
                </a:lnTo>
                <a:cubicBezTo>
                  <a:pt x="1098874" y="1825108"/>
                  <a:pt x="684692" y="821621"/>
                  <a:pt x="62981" y="69271"/>
                </a:cubicBezTo>
                <a:close/>
              </a:path>
            </a:pathLst>
          </a:custGeom>
        </p:spPr>
      </p:pic>
      <p:pic>
        <p:nvPicPr>
          <p:cNvPr id="4" name="Picture 2" descr="Powerpoint template HD wallpapers | Pxfuel">
            <a:extLst>
              <a:ext uri="{FF2B5EF4-FFF2-40B4-BE49-F238E27FC236}">
                <a16:creationId xmlns:a16="http://schemas.microsoft.com/office/drawing/2014/main" id="{F594F9D0-4051-F270-6179-2B2CFB6B2F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83" r="-2" b="-2"/>
          <a:stretch>
            <a:fillRect/>
          </a:stretch>
        </p:blipFill>
        <p:spPr bwMode="auto">
          <a:xfrm>
            <a:off x="3662268" y="3493008"/>
            <a:ext cx="5481732" cy="3364992"/>
          </a:xfrm>
          <a:custGeom>
            <a:avLst/>
            <a:gdLst/>
            <a:ahLst/>
            <a:cxnLst/>
            <a:rect l="l" t="t" r="r" b="b"/>
            <a:pathLst>
              <a:path w="7308975" h="3364992">
                <a:moveTo>
                  <a:pt x="1210305" y="0"/>
                </a:moveTo>
                <a:lnTo>
                  <a:pt x="7308975" y="0"/>
                </a:lnTo>
                <a:lnTo>
                  <a:pt x="7308975" y="3364992"/>
                </a:lnTo>
                <a:lnTo>
                  <a:pt x="0" y="3364992"/>
                </a:lnTo>
                <a:lnTo>
                  <a:pt x="62981" y="3295722"/>
                </a:lnTo>
                <a:cubicBezTo>
                  <a:pt x="684692" y="2543371"/>
                  <a:pt x="1098874" y="1539884"/>
                  <a:pt x="1192705" y="421793"/>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28" name="Freeform: Shape 20">
            <a:extLst>
              <a:ext uri="{FF2B5EF4-FFF2-40B4-BE49-F238E27FC236}">
                <a16:creationId xmlns:a16="http://schemas.microsoft.com/office/drawing/2014/main" id="{F04E4CBA-303B-48BD-8451-C2701CB0E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4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4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4" y="0"/>
                </a:lnTo>
                <a:lnTo>
                  <a:pt x="4946006" y="69271"/>
                </a:lnTo>
                <a:cubicBezTo>
                  <a:pt x="5656532" y="929100"/>
                  <a:pt x="6096001" y="2116944"/>
                  <a:pt x="6096001" y="3429000"/>
                </a:cubicBezTo>
                <a:cubicBezTo>
                  <a:pt x="6096001" y="4741056"/>
                  <a:pt x="5656532" y="5928900"/>
                  <a:pt x="4946006" y="6788730"/>
                </a:cubicBezTo>
                <a:lnTo>
                  <a:pt x="4883024"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2">
            <a:extLst>
              <a:ext uri="{FF2B5EF4-FFF2-40B4-BE49-F238E27FC236}">
                <a16:creationId xmlns:a16="http://schemas.microsoft.com/office/drawing/2014/main" id="{F6CA58B3-AFCC-4A40-9882-50D50808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499" cy="6858000"/>
          </a:xfrm>
          <a:custGeom>
            <a:avLst/>
            <a:gdLst>
              <a:gd name="connsiteX0" fmla="*/ 0 w 6087332"/>
              <a:gd name="connsiteY0" fmla="*/ 0 h 6858000"/>
              <a:gd name="connsiteX1" fmla="*/ 4874355 w 6087332"/>
              <a:gd name="connsiteY1" fmla="*/ 0 h 6858000"/>
              <a:gd name="connsiteX2" fmla="*/ 4937337 w 6087332"/>
              <a:gd name="connsiteY2" fmla="*/ 69271 h 6858000"/>
              <a:gd name="connsiteX3" fmla="*/ 6087332 w 6087332"/>
              <a:gd name="connsiteY3" fmla="*/ 3429000 h 6858000"/>
              <a:gd name="connsiteX4" fmla="*/ 4937337 w 6087332"/>
              <a:gd name="connsiteY4" fmla="*/ 6788730 h 6858000"/>
              <a:gd name="connsiteX5" fmla="*/ 4874355 w 6087332"/>
              <a:gd name="connsiteY5" fmla="*/ 6858000 h 6858000"/>
              <a:gd name="connsiteX6" fmla="*/ 0 w 6087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7332" h="6858000">
                <a:moveTo>
                  <a:pt x="0" y="0"/>
                </a:moveTo>
                <a:lnTo>
                  <a:pt x="4874355" y="0"/>
                </a:lnTo>
                <a:lnTo>
                  <a:pt x="4937337" y="69271"/>
                </a:lnTo>
                <a:cubicBezTo>
                  <a:pt x="5647863" y="929100"/>
                  <a:pt x="6087332" y="2116944"/>
                  <a:pt x="6087332" y="3429000"/>
                </a:cubicBezTo>
                <a:cubicBezTo>
                  <a:pt x="6087332" y="4741056"/>
                  <a:pt x="5647863" y="5928900"/>
                  <a:pt x="4937337" y="6788730"/>
                </a:cubicBezTo>
                <a:lnTo>
                  <a:pt x="4874355"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336042" y="859536"/>
            <a:ext cx="3624601" cy="1243584"/>
          </a:xfrm>
        </p:spPr>
        <p:txBody>
          <a:bodyPr>
            <a:normAutofit/>
          </a:bodyPr>
          <a:lstStyle/>
          <a:p>
            <a:r>
              <a:rPr lang="en-US" sz="3000" dirty="0"/>
              <a:t>Project Objectives</a:t>
            </a:r>
          </a:p>
        </p:txBody>
      </p:sp>
      <p:sp>
        <p:nvSpPr>
          <p:cNvPr id="25" name="Rectangle 24">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7" name="Rectangle 26">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CA00AE6B-AA30-4CF8-BA6F-339B780AD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158" y="2194560"/>
            <a:ext cx="366903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2" name="Content Placeholder 2">
            <a:extLst>
              <a:ext uri="{FF2B5EF4-FFF2-40B4-BE49-F238E27FC236}">
                <a16:creationId xmlns:a16="http://schemas.microsoft.com/office/drawing/2014/main" id="{508CF0DF-6F76-D26F-25DA-EE6A6387802F}"/>
              </a:ext>
            </a:extLst>
          </p:cNvPr>
          <p:cNvGraphicFramePr>
            <a:graphicFrameLocks noGrp="1"/>
          </p:cNvGraphicFramePr>
          <p:nvPr>
            <p:ph idx="1"/>
          </p:nvPr>
        </p:nvGraphicFramePr>
        <p:xfrm>
          <a:off x="336042" y="2512611"/>
          <a:ext cx="3624602" cy="366435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7519" y="741391"/>
            <a:ext cx="2591866" cy="1616203"/>
          </a:xfrm>
        </p:spPr>
        <p:txBody>
          <a:bodyPr anchor="b">
            <a:normAutofit/>
          </a:bodyPr>
          <a:lstStyle/>
          <a:p>
            <a:r>
              <a:rPr lang="en-US" sz="2800"/>
              <a:t>Hardware Components</a:t>
            </a:r>
          </a:p>
        </p:txBody>
      </p:sp>
      <p:sp>
        <p:nvSpPr>
          <p:cNvPr id="3" name="Content Placeholder 2"/>
          <p:cNvSpPr>
            <a:spLocks noGrp="1"/>
          </p:cNvSpPr>
          <p:nvPr>
            <p:ph idx="1"/>
          </p:nvPr>
        </p:nvSpPr>
        <p:spPr>
          <a:xfrm>
            <a:off x="657519" y="2533476"/>
            <a:ext cx="2591866" cy="3447832"/>
          </a:xfrm>
        </p:spPr>
        <p:txBody>
          <a:bodyPr anchor="t">
            <a:normAutofit/>
          </a:bodyPr>
          <a:lstStyle/>
          <a:p>
            <a:r>
              <a:rPr lang="en-US" sz="2400" dirty="0"/>
              <a:t>ESP32</a:t>
            </a:r>
          </a:p>
          <a:p>
            <a:r>
              <a:rPr lang="en-US" sz="2400" dirty="0"/>
              <a:t>PZEM-004T</a:t>
            </a:r>
          </a:p>
          <a:p>
            <a:r>
              <a:rPr lang="en-US" sz="2400" dirty="0"/>
              <a:t>CT Clamp</a:t>
            </a:r>
          </a:p>
          <a:p>
            <a:r>
              <a:rPr lang="en-US" sz="2400" dirty="0"/>
              <a:t>Lamp/load</a:t>
            </a:r>
          </a:p>
        </p:txBody>
      </p:sp>
      <p:pic>
        <p:nvPicPr>
          <p:cNvPr id="6148" name="Picture 4" descr="Printed Circuit Board Background Images, HD Pictures and Wallpaper For Free  Download | Pngtree">
            <a:extLst>
              <a:ext uri="{FF2B5EF4-FFF2-40B4-BE49-F238E27FC236}">
                <a16:creationId xmlns:a16="http://schemas.microsoft.com/office/drawing/2014/main" id="{05A57966-38C0-AF0F-3252-39B177FB9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646" r="22840"/>
          <a:stretch>
            <a:fillRect/>
          </a:stretch>
        </p:blipFill>
        <p:spPr bwMode="auto">
          <a:xfrm>
            <a:off x="3815044" y="10"/>
            <a:ext cx="5328955"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6187" name="Group 6186">
            <a:extLst>
              <a:ext uri="{FF2B5EF4-FFF2-40B4-BE49-F238E27FC236}">
                <a16:creationId xmlns:a16="http://schemas.microsoft.com/office/drawing/2014/main" id="{A5AFD70F-20E3-55D2-E154-7D4FACFBB0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051478" y="0"/>
            <a:ext cx="92522" cy="6858000"/>
            <a:chOff x="12068638" y="0"/>
            <a:chExt cx="123362" cy="6858000"/>
          </a:xfrm>
        </p:grpSpPr>
        <p:sp>
          <p:nvSpPr>
            <p:cNvPr id="6154" name="Rectangle 6153">
              <a:extLst>
                <a:ext uri="{FF2B5EF4-FFF2-40B4-BE49-F238E27FC236}">
                  <a16:creationId xmlns:a16="http://schemas.microsoft.com/office/drawing/2014/main" id="{2FBDB812-268E-7EC5-B48A-752271816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8" name="Rectangle 6187">
              <a:extLst>
                <a:ext uri="{FF2B5EF4-FFF2-40B4-BE49-F238E27FC236}">
                  <a16:creationId xmlns:a16="http://schemas.microsoft.com/office/drawing/2014/main" id="{EDA30E18-AA70-D998-AAFC-727CB0367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325369"/>
            <a:ext cx="3276451" cy="1956841"/>
          </a:xfrm>
        </p:spPr>
        <p:txBody>
          <a:bodyPr anchor="b">
            <a:normAutofit/>
          </a:bodyPr>
          <a:lstStyle/>
          <a:p>
            <a:r>
              <a:rPr lang="en-US" sz="4700"/>
              <a:t>Software Components</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2586994"/>
            <a:ext cx="2606040" cy="18288"/>
          </a:xfrm>
          <a:custGeom>
            <a:avLst/>
            <a:gdLst>
              <a:gd name="csX0" fmla="*/ 0 w 2606040"/>
              <a:gd name="csY0" fmla="*/ 0 h 18288"/>
              <a:gd name="csX1" fmla="*/ 625450 w 2606040"/>
              <a:gd name="csY1" fmla="*/ 0 h 18288"/>
              <a:gd name="csX2" fmla="*/ 1224839 w 2606040"/>
              <a:gd name="csY2" fmla="*/ 0 h 18288"/>
              <a:gd name="csX3" fmla="*/ 1824228 w 2606040"/>
              <a:gd name="csY3" fmla="*/ 0 h 18288"/>
              <a:gd name="csX4" fmla="*/ 2606040 w 2606040"/>
              <a:gd name="csY4" fmla="*/ 0 h 18288"/>
              <a:gd name="csX5" fmla="*/ 2606040 w 2606040"/>
              <a:gd name="csY5" fmla="*/ 18288 h 18288"/>
              <a:gd name="csX6" fmla="*/ 1902409 w 2606040"/>
              <a:gd name="csY6" fmla="*/ 18288 h 18288"/>
              <a:gd name="csX7" fmla="*/ 1276960 w 2606040"/>
              <a:gd name="csY7" fmla="*/ 18288 h 18288"/>
              <a:gd name="csX8" fmla="*/ 677570 w 2606040"/>
              <a:gd name="csY8" fmla="*/ 18288 h 18288"/>
              <a:gd name="csX9" fmla="*/ 0 w 2606040"/>
              <a:gd name="csY9" fmla="*/ 18288 h 18288"/>
              <a:gd name="csX10" fmla="*/ 0 w 2606040"/>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8288"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462" y="4771"/>
                  <a:pt x="2606793" y="12323"/>
                  <a:pt x="2606040" y="18288"/>
                </a:cubicBezTo>
                <a:cubicBezTo>
                  <a:pt x="2256758" y="31410"/>
                  <a:pt x="2173673" y="-12878"/>
                  <a:pt x="1902409" y="18288"/>
                </a:cubicBezTo>
                <a:cubicBezTo>
                  <a:pt x="1631145" y="49454"/>
                  <a:pt x="1461378" y="5466"/>
                  <a:pt x="1276960" y="18288"/>
                </a:cubicBezTo>
                <a:cubicBezTo>
                  <a:pt x="1092542" y="31110"/>
                  <a:pt x="890442" y="13213"/>
                  <a:pt x="677570" y="18288"/>
                </a:cubicBezTo>
                <a:cubicBezTo>
                  <a:pt x="464698" y="23364"/>
                  <a:pt x="187648" y="35837"/>
                  <a:pt x="0" y="18288"/>
                </a:cubicBezTo>
                <a:cubicBezTo>
                  <a:pt x="841" y="12879"/>
                  <a:pt x="-726" y="3977"/>
                  <a:pt x="0" y="0"/>
                </a:cubicBezTo>
                <a:close/>
              </a:path>
              <a:path w="2606040" h="18288"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5426" y="8857"/>
                  <a:pt x="2606544" y="13619"/>
                  <a:pt x="2606040" y="18288"/>
                </a:cubicBezTo>
                <a:cubicBezTo>
                  <a:pt x="2393024" y="2241"/>
                  <a:pt x="2191161" y="39259"/>
                  <a:pt x="1980590" y="18288"/>
                </a:cubicBezTo>
                <a:cubicBezTo>
                  <a:pt x="1770019" y="-2683"/>
                  <a:pt x="1476440" y="36114"/>
                  <a:pt x="1276960" y="18288"/>
                </a:cubicBezTo>
                <a:cubicBezTo>
                  <a:pt x="1077480" y="463"/>
                  <a:pt x="880988" y="42125"/>
                  <a:pt x="651510" y="18288"/>
                </a:cubicBezTo>
                <a:cubicBezTo>
                  <a:pt x="422032" y="-5549"/>
                  <a:pt x="130744" y="-1947"/>
                  <a:pt x="0" y="18288"/>
                </a:cubicBezTo>
                <a:cubicBezTo>
                  <a:pt x="-487" y="10816"/>
                  <a:pt x="-839" y="6058"/>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872899"/>
            <a:ext cx="3182691" cy="3320668"/>
          </a:xfrm>
        </p:spPr>
        <p:txBody>
          <a:bodyPr>
            <a:normAutofit/>
          </a:bodyPr>
          <a:lstStyle/>
          <a:p>
            <a:r>
              <a:rPr lang="en-US" sz="1900"/>
              <a:t>Arduino IDE</a:t>
            </a:r>
          </a:p>
          <a:p>
            <a:r>
              <a:rPr lang="en-US" sz="1900"/>
              <a:t>PZEM library</a:t>
            </a:r>
          </a:p>
          <a:p>
            <a:r>
              <a:rPr lang="en-US" sz="1900"/>
              <a:t>UART communication</a:t>
            </a:r>
          </a:p>
        </p:txBody>
      </p:sp>
      <p:pic>
        <p:nvPicPr>
          <p:cNvPr id="5" name="Picture 4">
            <a:extLst>
              <a:ext uri="{FF2B5EF4-FFF2-40B4-BE49-F238E27FC236}">
                <a16:creationId xmlns:a16="http://schemas.microsoft.com/office/drawing/2014/main" id="{85D103CB-6CCA-3F3D-C48C-69C81D010FBB}"/>
              </a:ext>
            </a:extLst>
          </p:cNvPr>
          <p:cNvPicPr>
            <a:picLocks noChangeAspect="1"/>
          </p:cNvPicPr>
          <p:nvPr/>
        </p:nvPicPr>
        <p:blipFill>
          <a:blip r:embed="rId3"/>
          <a:srcRect l="6486" r="21484"/>
          <a:stretch>
            <a:fillRect/>
          </a:stretch>
        </p:blipFill>
        <p:spPr>
          <a:xfrm>
            <a:off x="3983776"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7" y="502021"/>
            <a:ext cx="3719703" cy="1642969"/>
          </a:xfrm>
        </p:spPr>
        <p:txBody>
          <a:bodyPr anchor="b">
            <a:normAutofit/>
          </a:bodyPr>
          <a:lstStyle/>
          <a:p>
            <a:r>
              <a:rPr lang="en-US" sz="3500"/>
              <a:t>Current Transformer</a:t>
            </a:r>
          </a:p>
        </p:txBody>
      </p:sp>
      <p:pic>
        <p:nvPicPr>
          <p:cNvPr id="4" name="Picture 3">
            <a:extLst>
              <a:ext uri="{FF2B5EF4-FFF2-40B4-BE49-F238E27FC236}">
                <a16:creationId xmlns:a16="http://schemas.microsoft.com/office/drawing/2014/main" id="{8C0B0978-3338-2E9E-2B3E-4E463E712096}"/>
              </a:ext>
            </a:extLst>
          </p:cNvPr>
          <p:cNvPicPr>
            <a:picLocks noChangeAspect="1"/>
          </p:cNvPicPr>
          <p:nvPr/>
        </p:nvPicPr>
        <p:blipFill>
          <a:blip r:embed="rId2"/>
          <a:stretch>
            <a:fillRect/>
          </a:stretch>
        </p:blipFill>
        <p:spPr>
          <a:xfrm>
            <a:off x="4884331" y="1964125"/>
            <a:ext cx="3900767" cy="2515993"/>
          </a:xfrm>
          <a:prstGeom prst="rect">
            <a:avLst/>
          </a:prstGeom>
        </p:spPr>
      </p:pic>
      <p:sp>
        <p:nvSpPr>
          <p:cNvPr id="43" name="Rectangle 4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7C311AF-CF7F-D4C1-A996-EF5D6C923A44}"/>
              </a:ext>
            </a:extLst>
          </p:cNvPr>
          <p:cNvGraphicFramePr>
            <a:graphicFrameLocks noGrp="1"/>
          </p:cNvGraphicFramePr>
          <p:nvPr>
            <p:ph idx="1"/>
            <p:extLst>
              <p:ext uri="{D42A27DB-BD31-4B8C-83A1-F6EECF244321}">
                <p14:modId xmlns:p14="http://schemas.microsoft.com/office/powerpoint/2010/main" val="4001794272"/>
              </p:ext>
            </p:extLst>
          </p:nvPr>
        </p:nvGraphicFramePr>
        <p:xfrm>
          <a:off x="852297" y="2144990"/>
          <a:ext cx="3719703" cy="4111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88D1AF-DFA2-CEBE-19C7-D4D127E9F09C}"/>
              </a:ext>
            </a:extLst>
          </p:cNvPr>
          <p:cNvSpPr>
            <a:spLocks noGrp="1"/>
          </p:cNvSpPr>
          <p:nvPr>
            <p:ph type="title"/>
          </p:nvPr>
        </p:nvSpPr>
        <p:spPr>
          <a:xfrm>
            <a:off x="836676" y="548640"/>
            <a:ext cx="7626096" cy="1179576"/>
          </a:xfrm>
        </p:spPr>
        <p:txBody>
          <a:bodyPr>
            <a:normAutofit/>
          </a:bodyPr>
          <a:lstStyle/>
          <a:p>
            <a:r>
              <a:rPr lang="en-US" sz="3500"/>
              <a:t>Current Transformer (CT) Principle</a:t>
            </a:r>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7079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BAA55E-F7BF-7056-6294-495F40F904B5}"/>
              </a:ext>
            </a:extLst>
          </p:cNvPr>
          <p:cNvPicPr>
            <a:picLocks noChangeAspect="1"/>
          </p:cNvPicPr>
          <p:nvPr/>
        </p:nvPicPr>
        <p:blipFill>
          <a:blip r:embed="rId3"/>
          <a:srcRect l="1779" t="9847" r="1204" b="2106"/>
          <a:stretch>
            <a:fillRect/>
          </a:stretch>
        </p:blipFill>
        <p:spPr>
          <a:xfrm>
            <a:off x="0" y="2322059"/>
            <a:ext cx="5566663" cy="3252561"/>
          </a:xfrm>
          <a:prstGeom prst="rect">
            <a:avLst/>
          </a:prstGeom>
        </p:spPr>
      </p:pic>
      <p:sp>
        <p:nvSpPr>
          <p:cNvPr id="4" name="Rectangle 1">
            <a:extLst>
              <a:ext uri="{FF2B5EF4-FFF2-40B4-BE49-F238E27FC236}">
                <a16:creationId xmlns:a16="http://schemas.microsoft.com/office/drawing/2014/main" id="{030A7482-B659-F413-5A3B-28A04D4FDC59}"/>
              </a:ext>
            </a:extLst>
          </p:cNvPr>
          <p:cNvSpPr>
            <a:spLocks noGrp="1" noChangeArrowheads="1"/>
          </p:cNvSpPr>
          <p:nvPr>
            <p:ph idx="1"/>
          </p:nvPr>
        </p:nvSpPr>
        <p:spPr bwMode="auto">
          <a:xfrm>
            <a:off x="5558589" y="2478024"/>
            <a:ext cx="2904183" cy="36941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ct val="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a:p>
            <a:pPr defTabSz="914400" eaLnBrk="0" fontAlgn="base" hangingPunct="0">
              <a:lnSpc>
                <a:spcPct val="90000"/>
              </a:lnSpc>
              <a:spcBef>
                <a:spcPct val="0"/>
              </a:spcBef>
              <a:spcAft>
                <a:spcPct val="0"/>
              </a:spcAft>
            </a:pPr>
            <a:r>
              <a:rPr kumimoji="0" lang="en-US" altLang="en-US" sz="1600" b="0" i="0" u="none" strike="noStrike" cap="none" normalizeH="0" baseline="0" dirty="0">
                <a:ln>
                  <a:noFill/>
                </a:ln>
                <a:effectLst/>
                <a:latin typeface="Arial" panose="020B0604020202020204" pitchFamily="34" charset="0"/>
              </a:rPr>
              <a:t>Works using electromagnetic induction </a:t>
            </a:r>
          </a:p>
          <a:p>
            <a:pPr lvl="1" defTabSz="914400" eaLnBrk="0" fontAlgn="base" hangingPunct="0">
              <a:lnSpc>
                <a:spcPct val="90000"/>
              </a:lnSpc>
              <a:spcBef>
                <a:spcPct val="0"/>
              </a:spcBef>
              <a:spcAft>
                <a:spcPct val="0"/>
              </a:spcAft>
            </a:pPr>
            <a:r>
              <a:rPr kumimoji="0" lang="en-US" altLang="en-US" sz="1600" b="0" i="0" u="none" strike="noStrike" cap="none" normalizeH="0" baseline="0" dirty="0">
                <a:ln>
                  <a:noFill/>
                </a:ln>
                <a:effectLst/>
                <a:latin typeface="Arial" panose="020B0604020202020204" pitchFamily="34" charset="0"/>
              </a:rPr>
              <a:t>Current → magnetic field → induced current </a:t>
            </a:r>
          </a:p>
          <a:p>
            <a:pPr defTabSz="914400" eaLnBrk="0" fontAlgn="base" hangingPunct="0">
              <a:lnSpc>
                <a:spcPct val="90000"/>
              </a:lnSpc>
              <a:spcBef>
                <a:spcPct val="0"/>
              </a:spcBef>
              <a:spcAft>
                <a:spcPct val="0"/>
              </a:spcAft>
            </a:pPr>
            <a:r>
              <a:rPr kumimoji="0" lang="en-US" altLang="en-US" sz="1600" b="0" i="0" u="none" strike="noStrike" cap="none" normalizeH="0" baseline="0" dirty="0">
                <a:ln>
                  <a:noFill/>
                </a:ln>
                <a:effectLst/>
                <a:latin typeface="Arial" panose="020B0604020202020204" pitchFamily="34" charset="0"/>
              </a:rPr>
              <a:t>Key concept: </a:t>
            </a:r>
          </a:p>
          <a:p>
            <a:pPr lvl="1" defTabSz="914400" eaLnBrk="0" fontAlgn="base" hangingPunct="0">
              <a:lnSpc>
                <a:spcPct val="90000"/>
              </a:lnSpc>
              <a:spcBef>
                <a:spcPct val="0"/>
              </a:spcBef>
              <a:spcAft>
                <a:spcPct val="0"/>
              </a:spcAft>
            </a:pPr>
            <a:r>
              <a:rPr kumimoji="0" lang="en-US" altLang="en-US" sz="1600" b="0" i="0" u="none" strike="noStrike" cap="none" normalizeH="0" baseline="0" dirty="0">
                <a:ln>
                  <a:noFill/>
                </a:ln>
                <a:effectLst/>
                <a:latin typeface="Arial" panose="020B0604020202020204" pitchFamily="34" charset="0"/>
              </a:rPr>
              <a:t>Non-contact measurement </a:t>
            </a:r>
          </a:p>
          <a:p>
            <a:pPr>
              <a:lnSpc>
                <a:spcPct val="90000"/>
              </a:lnSpc>
            </a:pPr>
            <a:r>
              <a:rPr lang="en-US" sz="1600" dirty="0"/>
              <a:t>Why only one wire:</a:t>
            </a:r>
          </a:p>
          <a:p>
            <a:pPr lvl="1">
              <a:lnSpc>
                <a:spcPct val="90000"/>
              </a:lnSpc>
            </a:pPr>
            <a:r>
              <a:rPr lang="en-US" sz="1600" dirty="0"/>
              <a:t>Opposite currents cancel magnetic field</a:t>
            </a:r>
          </a:p>
          <a:p>
            <a:pPr marL="0" marR="0" lvl="0" indent="0" defTabSz="914400" rtl="0" eaLnBrk="0" fontAlgn="base" latinLnBrk="0" hangingPunct="0">
              <a:lnSpc>
                <a:spcPct val="90000"/>
              </a:lnSpc>
              <a:spcBef>
                <a:spcPct val="0"/>
              </a:spcBef>
              <a:spcAft>
                <a:spcPct val="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534469575"/>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96B820-CDCF-80FB-A0A6-0B34CF19F550}"/>
              </a:ext>
            </a:extLst>
          </p:cNvPr>
          <p:cNvSpPr>
            <a:spLocks noGrp="1"/>
          </p:cNvSpPr>
          <p:nvPr>
            <p:ph type="title"/>
          </p:nvPr>
        </p:nvSpPr>
        <p:spPr>
          <a:xfrm>
            <a:off x="836676" y="548640"/>
            <a:ext cx="7626096" cy="1179576"/>
          </a:xfrm>
        </p:spPr>
        <p:txBody>
          <a:bodyPr>
            <a:normAutofit/>
          </a:bodyPr>
          <a:lstStyle/>
          <a:p>
            <a:r>
              <a:rPr lang="en-US" sz="3500"/>
              <a:t>AC Voltage Measurement</a:t>
            </a:r>
          </a:p>
        </p:txBody>
      </p:sp>
      <p:sp>
        <p:nvSpPr>
          <p:cNvPr id="21" name="Rectangle 20">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7079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181F571-B4FA-2E80-7C77-2131179864A4}"/>
              </a:ext>
            </a:extLst>
          </p:cNvPr>
          <p:cNvPicPr>
            <a:picLocks noChangeAspect="1"/>
          </p:cNvPicPr>
          <p:nvPr/>
        </p:nvPicPr>
        <p:blipFill>
          <a:blip r:embed="rId3"/>
          <a:srcRect l="122" t="-1" r="122" b="-3"/>
          <a:stretch>
            <a:fillRect/>
          </a:stretch>
        </p:blipFill>
        <p:spPr>
          <a:xfrm>
            <a:off x="0" y="2970953"/>
            <a:ext cx="5558589" cy="2897638"/>
          </a:xfrm>
          <a:prstGeom prst="rect">
            <a:avLst/>
          </a:prstGeom>
        </p:spPr>
      </p:pic>
      <p:sp>
        <p:nvSpPr>
          <p:cNvPr id="4" name="Rectangle 1">
            <a:extLst>
              <a:ext uri="{FF2B5EF4-FFF2-40B4-BE49-F238E27FC236}">
                <a16:creationId xmlns:a16="http://schemas.microsoft.com/office/drawing/2014/main" id="{EED92321-24D9-31A7-73A3-475D9C0A69E0}"/>
              </a:ext>
            </a:extLst>
          </p:cNvPr>
          <p:cNvSpPr>
            <a:spLocks noGrp="1" noChangeArrowheads="1"/>
          </p:cNvSpPr>
          <p:nvPr>
            <p:ph idx="1"/>
          </p:nvPr>
        </p:nvSpPr>
        <p:spPr bwMode="auto">
          <a:xfrm>
            <a:off x="5558589" y="2276856"/>
            <a:ext cx="2904183" cy="36941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a:p>
            <a:pPr defTabSz="914400" eaLnBrk="0" fontAlgn="base" hangingPunct="0">
              <a:spcBef>
                <a:spcPct val="0"/>
              </a:spcBef>
              <a:spcAft>
                <a:spcPts val="600"/>
              </a:spcAft>
            </a:pPr>
            <a:r>
              <a:rPr kumimoji="0" lang="en-US" altLang="en-US" sz="1600" b="0" i="0" u="none" strike="noStrike" cap="none" normalizeH="0" baseline="0" dirty="0">
                <a:ln>
                  <a:noFill/>
                </a:ln>
                <a:effectLst/>
                <a:latin typeface="Arial" panose="020B0604020202020204" pitchFamily="34" charset="0"/>
              </a:rPr>
              <a:t>Uses voltage divider inside PZEM </a:t>
            </a:r>
          </a:p>
          <a:p>
            <a:pPr defTabSz="914400" eaLnBrk="0" fontAlgn="base" hangingPunct="0">
              <a:spcBef>
                <a:spcPct val="0"/>
              </a:spcBef>
              <a:spcAft>
                <a:spcPts val="600"/>
              </a:spcAft>
            </a:pPr>
            <a:r>
              <a:rPr kumimoji="0" lang="en-US" altLang="en-US" sz="1600" b="0" i="0" u="none" strike="noStrike" cap="none" normalizeH="0" baseline="0" dirty="0">
                <a:ln>
                  <a:noFill/>
                </a:ln>
                <a:effectLst/>
                <a:latin typeface="Arial" panose="020B0604020202020204" pitchFamily="34" charset="0"/>
              </a:rPr>
              <a:t>Measures RMS voltage: </a:t>
            </a:r>
          </a:p>
          <a:p>
            <a:pPr defTabSz="914400" eaLnBrk="0" fontAlgn="base" hangingPunct="0">
              <a:spcBef>
                <a:spcPct val="0"/>
              </a:spcBef>
              <a:spcAft>
                <a:spcPts val="600"/>
              </a:spcAft>
            </a:pPr>
            <a:r>
              <a:rPr kumimoji="0" lang="en-US" altLang="en-US" sz="1600" b="0" i="0" u="none" strike="noStrike" cap="none" normalizeH="0" baseline="0" dirty="0">
                <a:ln>
                  <a:noFill/>
                </a:ln>
                <a:effectLst/>
                <a:latin typeface="Arial" panose="020B0604020202020204" pitchFamily="34" charset="0"/>
              </a:rPr>
              <a:t>Effective AC value </a:t>
            </a:r>
          </a:p>
          <a:p>
            <a:pPr defTabSz="914400" eaLnBrk="0" fontAlgn="base" hangingPunct="0">
              <a:spcBef>
                <a:spcPct val="0"/>
              </a:spcBef>
              <a:spcAft>
                <a:spcPts val="600"/>
              </a:spcAft>
            </a:pPr>
            <a:r>
              <a:rPr kumimoji="0" lang="en-US" altLang="en-US" sz="1600" b="0" i="0" u="none" strike="noStrike" cap="none" normalizeH="0" baseline="0" dirty="0">
                <a:ln>
                  <a:noFill/>
                </a:ln>
                <a:effectLst/>
                <a:latin typeface="Arial" panose="020B0604020202020204" pitchFamily="34" charset="0"/>
              </a:rPr>
              <a:t>Important for: </a:t>
            </a:r>
          </a:p>
          <a:p>
            <a:pPr defTabSz="914400" eaLnBrk="0" fontAlgn="base" hangingPunct="0">
              <a:spcBef>
                <a:spcPct val="0"/>
              </a:spcBef>
              <a:spcAft>
                <a:spcPts val="600"/>
              </a:spcAft>
            </a:pPr>
            <a:r>
              <a:rPr kumimoji="0" lang="en-US" altLang="en-US" sz="1600" b="0" i="0" u="none" strike="noStrike" cap="none" normalizeH="0" baseline="0" dirty="0">
                <a:ln>
                  <a:noFill/>
                </a:ln>
                <a:effectLst/>
                <a:latin typeface="Arial" panose="020B0604020202020204" pitchFamily="34" charset="0"/>
              </a:rPr>
              <a:t>Real-world power calculations</a:t>
            </a:r>
          </a:p>
          <a:p>
            <a:pPr marL="0" marR="0" lvl="0" indent="0" defTabSz="914400" rtl="0" eaLnBrk="0" fontAlgn="base" latinLnBrk="0" hangingPunct="0">
              <a:spcBef>
                <a:spcPct val="0"/>
              </a:spcBef>
              <a:spcAft>
                <a:spcPts val="600"/>
              </a:spcAft>
              <a:buClrTx/>
              <a:buSzTx/>
              <a:buFontTx/>
              <a:buNone/>
              <a:tabLst/>
            </a:pPr>
            <a:endParaRPr kumimoji="0" lang="en-US"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357399135"/>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629757" cy="1554480"/>
          </a:xfrm>
        </p:spPr>
        <p:txBody>
          <a:bodyPr anchor="ctr">
            <a:normAutofit/>
          </a:bodyPr>
          <a:lstStyle/>
          <a:p>
            <a:r>
              <a:rPr lang="en-US" sz="4200" dirty="0"/>
              <a:t>Power Calculation</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1C63CFF-4675-8590-A152-A7CC1B763800}"/>
              </a:ext>
            </a:extLst>
          </p:cNvPr>
          <p:cNvSpPr txBox="1"/>
          <p:nvPr/>
        </p:nvSpPr>
        <p:spPr>
          <a:xfrm>
            <a:off x="5017168" y="2899611"/>
            <a:ext cx="184731" cy="369332"/>
          </a:xfrm>
          <a:prstGeom prst="rect">
            <a:avLst/>
          </a:prstGeom>
          <a:noFill/>
        </p:spPr>
        <p:txBody>
          <a:bodyPr wrap="none" rtlCol="0">
            <a:spAutoFit/>
          </a:bodyPr>
          <a:lstStyle/>
          <a:p>
            <a:endParaRPr lang="en-US" dirty="0"/>
          </a:p>
        </p:txBody>
      </p:sp>
      <p:graphicFrame>
        <p:nvGraphicFramePr>
          <p:cNvPr id="20" name="Content Placeholder 16">
            <a:extLst>
              <a:ext uri="{FF2B5EF4-FFF2-40B4-BE49-F238E27FC236}">
                <a16:creationId xmlns:a16="http://schemas.microsoft.com/office/drawing/2014/main" id="{FD5C3961-233C-F094-BE3C-706126A52565}"/>
              </a:ext>
            </a:extLst>
          </p:cNvPr>
          <p:cNvGraphicFramePr>
            <a:graphicFrameLocks noGrp="1"/>
          </p:cNvGraphicFramePr>
          <p:nvPr>
            <p:ph idx="1"/>
          </p:nvPr>
        </p:nvGraphicFramePr>
        <p:xfrm>
          <a:off x="457200" y="2549044"/>
          <a:ext cx="8229600" cy="35771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85800"/>
            <a:ext cx="7879842" cy="1157005"/>
          </a:xfrm>
        </p:spPr>
        <p:txBody>
          <a:bodyPr anchor="b">
            <a:normAutofit/>
          </a:bodyPr>
          <a:lstStyle/>
          <a:p>
            <a:r>
              <a:rPr lang="en-US" sz="4200"/>
              <a:t>Embedded Systems</a:t>
            </a:r>
          </a:p>
        </p:txBody>
      </p:sp>
      <p:sp>
        <p:nvSpPr>
          <p:cNvPr id="22" name="Rectangle 21">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1817" y="122104"/>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95805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39F5C20-5CC0-3F44-7D69-4FA43C1FD3C8}"/>
              </a:ext>
            </a:extLst>
          </p:cNvPr>
          <p:cNvGraphicFramePr>
            <a:graphicFrameLocks noGrp="1"/>
          </p:cNvGraphicFramePr>
          <p:nvPr>
            <p:ph idx="1"/>
            <p:extLst>
              <p:ext uri="{D42A27DB-BD31-4B8C-83A1-F6EECF244321}">
                <p14:modId xmlns:p14="http://schemas.microsoft.com/office/powerpoint/2010/main" val="3638725128"/>
              </p:ext>
            </p:extLst>
          </p:nvPr>
        </p:nvGraphicFramePr>
        <p:xfrm>
          <a:off x="628650" y="2295252"/>
          <a:ext cx="7879842" cy="3876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D3A29-FB9D-248F-B85C-D6012F336CD5}"/>
              </a:ext>
            </a:extLst>
          </p:cNvPr>
          <p:cNvSpPr>
            <a:spLocks noGrp="1"/>
          </p:cNvSpPr>
          <p:nvPr>
            <p:ph type="title"/>
          </p:nvPr>
        </p:nvSpPr>
        <p:spPr>
          <a:xfrm>
            <a:off x="852297" y="502021"/>
            <a:ext cx="3719703" cy="1642969"/>
          </a:xfrm>
        </p:spPr>
        <p:txBody>
          <a:bodyPr anchor="b">
            <a:normAutofit/>
          </a:bodyPr>
          <a:lstStyle/>
          <a:p>
            <a:r>
              <a:rPr lang="en-US" sz="3500"/>
              <a:t>UART Communication</a:t>
            </a:r>
          </a:p>
        </p:txBody>
      </p:sp>
      <p:sp>
        <p:nvSpPr>
          <p:cNvPr id="4" name="Rectangle 1">
            <a:extLst>
              <a:ext uri="{FF2B5EF4-FFF2-40B4-BE49-F238E27FC236}">
                <a16:creationId xmlns:a16="http://schemas.microsoft.com/office/drawing/2014/main" id="{7613BF69-083B-98DA-480E-2B600805711B}"/>
              </a:ext>
            </a:extLst>
          </p:cNvPr>
          <p:cNvSpPr>
            <a:spLocks noGrp="1" noChangeArrowheads="1"/>
          </p:cNvSpPr>
          <p:nvPr>
            <p:ph idx="1"/>
          </p:nvPr>
        </p:nvSpPr>
        <p:spPr bwMode="auto">
          <a:xfrm>
            <a:off x="852297" y="2418408"/>
            <a:ext cx="3719703" cy="352256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Serial communication protocol </a:t>
            </a: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TX ↔ RX data exchange </a:t>
            </a: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Parameters: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9600 baud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8 data bits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No parity</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p:txBody>
      </p:sp>
      <p:pic>
        <p:nvPicPr>
          <p:cNvPr id="5" name="Picture 4">
            <a:extLst>
              <a:ext uri="{FF2B5EF4-FFF2-40B4-BE49-F238E27FC236}">
                <a16:creationId xmlns:a16="http://schemas.microsoft.com/office/drawing/2014/main" id="{F9061C2F-AB09-832C-5837-A1E6EE037B2E}"/>
              </a:ext>
            </a:extLst>
          </p:cNvPr>
          <p:cNvPicPr>
            <a:picLocks noChangeAspect="1"/>
          </p:cNvPicPr>
          <p:nvPr/>
        </p:nvPicPr>
        <p:blipFill>
          <a:blip r:embed="rId3"/>
          <a:stretch>
            <a:fillRect/>
          </a:stretch>
        </p:blipFill>
        <p:spPr>
          <a:xfrm>
            <a:off x="4884331" y="1939744"/>
            <a:ext cx="3900767" cy="2564754"/>
          </a:xfrm>
          <a:prstGeom prst="rect">
            <a:avLst/>
          </a:prstGeom>
        </p:spPr>
      </p:pic>
      <p:sp>
        <p:nvSpPr>
          <p:cNvPr id="12" name="Rectangle 11">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9638675"/>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39520"/>
            <a:ext cx="2571750" cy="1719072"/>
          </a:xfrm>
        </p:spPr>
        <p:txBody>
          <a:bodyPr anchor="b">
            <a:normAutofit/>
          </a:bodyPr>
          <a:lstStyle/>
          <a:p>
            <a:pPr>
              <a:lnSpc>
                <a:spcPct val="90000"/>
              </a:lnSpc>
            </a:pPr>
            <a:r>
              <a:rPr lang="en-US" sz="3600"/>
              <a:t>System Architecture</a:t>
            </a:r>
          </a:p>
        </p:txBody>
      </p:sp>
      <p:sp>
        <p:nvSpPr>
          <p:cNvPr id="1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73202" y="2807208"/>
            <a:ext cx="2571750" cy="3410712"/>
          </a:xfrm>
        </p:spPr>
        <p:txBody>
          <a:bodyPr anchor="t">
            <a:normAutofit/>
          </a:bodyPr>
          <a:lstStyle/>
          <a:p>
            <a:r>
              <a:rPr lang="en-US" sz="1900"/>
              <a:t>Input: AC source</a:t>
            </a:r>
          </a:p>
          <a:p>
            <a:r>
              <a:rPr lang="en-US" sz="1900"/>
              <a:t>Measurement: PZEM</a:t>
            </a:r>
          </a:p>
          <a:p>
            <a:r>
              <a:rPr lang="en-US" sz="1900"/>
              <a:t>Processing: ESP32</a:t>
            </a:r>
          </a:p>
          <a:p>
            <a:r>
              <a:rPr lang="en-US" sz="1900"/>
              <a:t>Output: Serial</a:t>
            </a:r>
          </a:p>
        </p:txBody>
      </p:sp>
      <p:pic>
        <p:nvPicPr>
          <p:cNvPr id="7" name="Picture 6">
            <a:extLst>
              <a:ext uri="{FF2B5EF4-FFF2-40B4-BE49-F238E27FC236}">
                <a16:creationId xmlns:a16="http://schemas.microsoft.com/office/drawing/2014/main" id="{385BB410-87C9-EA38-A9C2-1D2E95B60FAC}"/>
              </a:ext>
            </a:extLst>
          </p:cNvPr>
          <p:cNvPicPr>
            <a:picLocks noChangeAspect="1"/>
          </p:cNvPicPr>
          <p:nvPr/>
        </p:nvPicPr>
        <p:blipFill>
          <a:blip r:embed="rId3"/>
          <a:srcRect t="11830"/>
          <a:stretch>
            <a:fillRect/>
          </a:stretch>
        </p:blipFill>
        <p:spPr>
          <a:xfrm>
            <a:off x="3490722" y="1842572"/>
            <a:ext cx="5177790" cy="31728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Challenges Encountered</a:t>
            </a:r>
          </a:p>
        </p:txBody>
      </p:sp>
      <p:sp>
        <p:nvSpPr>
          <p:cNvPr id="7" name="Rectangle 1">
            <a:extLst>
              <a:ext uri="{FF2B5EF4-FFF2-40B4-BE49-F238E27FC236}">
                <a16:creationId xmlns:a16="http://schemas.microsoft.com/office/drawing/2014/main" id="{B20EBB84-1C3C-95C8-519A-75DB07EB0616}"/>
              </a:ext>
            </a:extLst>
          </p:cNvPr>
          <p:cNvSpPr>
            <a:spLocks noGrp="1" noChangeArrowheads="1"/>
          </p:cNvSpPr>
          <p:nvPr>
            <p:ph idx="1"/>
          </p:nvPr>
        </p:nvSpPr>
        <p:spPr bwMode="auto">
          <a:xfrm>
            <a:off x="4877368" y="649480"/>
            <a:ext cx="3646835"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Incorrect wiring: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Voltage = NaN </a:t>
            </a: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CT misplacement: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No current readings </a:t>
            </a:r>
          </a:p>
          <a:p>
            <a:pPr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Hardware failure: </a:t>
            </a:r>
          </a:p>
          <a:p>
            <a:pPr lvl="1" defTabSz="914400" eaLnBrk="0" fontAlgn="base" hangingPunct="0">
              <a:spcBef>
                <a:spcPct val="0"/>
              </a:spcBef>
              <a:spcAft>
                <a:spcPts val="600"/>
              </a:spcAft>
            </a:pPr>
            <a:r>
              <a:rPr kumimoji="0" lang="en-US" altLang="en-US" sz="1700" b="0" i="0" u="none" strike="noStrike" cap="none" normalizeH="0" baseline="0">
                <a:ln>
                  <a:noFill/>
                </a:ln>
                <a:effectLst/>
                <a:latin typeface="Arial" panose="020B0604020202020204" pitchFamily="34" charset="0"/>
              </a:rPr>
              <a:t>Damaged module</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Solutions</a:t>
            </a:r>
          </a:p>
        </p:txBody>
      </p:sp>
      <p:graphicFrame>
        <p:nvGraphicFramePr>
          <p:cNvPr id="5" name="Content Placeholder 2">
            <a:extLst>
              <a:ext uri="{FF2B5EF4-FFF2-40B4-BE49-F238E27FC236}">
                <a16:creationId xmlns:a16="http://schemas.microsoft.com/office/drawing/2014/main" id="{32367FE9-88A8-FF2E-4B0A-7F05E0A39C96}"/>
              </a:ext>
            </a:extLst>
          </p:cNvPr>
          <p:cNvGraphicFramePr>
            <a:graphicFrameLocks noGrp="1"/>
          </p:cNvGraphicFramePr>
          <p:nvPr>
            <p:ph idx="1"/>
            <p:extLst>
              <p:ext uri="{D42A27DB-BD31-4B8C-83A1-F6EECF244321}">
                <p14:modId xmlns:p14="http://schemas.microsoft.com/office/powerpoint/2010/main" val="3850683690"/>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mc:AlternateContent xmlns:mc="http://schemas.openxmlformats.org/markup-compatibility/2006" xmlns:a14="http://schemas.microsoft.com/office/drawing/2010/main">
        <mc:Choice Requires="a14">
          <p:graphicFrame>
            <p:nvGraphicFramePr>
              <p:cNvPr id="5" name="Content Placeholder 2">
                <a:extLst>
                  <a:ext uri="{FF2B5EF4-FFF2-40B4-BE49-F238E27FC236}">
                    <a16:creationId xmlns:a16="http://schemas.microsoft.com/office/drawing/2014/main" id="{F741DB76-865C-7681-79FB-A2924E82D86C}"/>
                  </a:ext>
                </a:extLst>
              </p:cNvPr>
              <p:cNvGraphicFramePr>
                <a:graphicFrameLocks noGrp="1"/>
              </p:cNvGraphicFramePr>
              <p:nvPr>
                <p:ph idx="1"/>
                <p:extLst>
                  <p:ext uri="{D42A27DB-BD31-4B8C-83A1-F6EECF244321}">
                    <p14:modId xmlns:p14="http://schemas.microsoft.com/office/powerpoint/2010/main" val="181207279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5" name="Content Placeholder 2">
                <a:extLst>
                  <a:ext uri="{FF2B5EF4-FFF2-40B4-BE49-F238E27FC236}">
                    <a16:creationId xmlns:a16="http://schemas.microsoft.com/office/drawing/2014/main" id="{F741DB76-865C-7681-79FB-A2924E82D86C}"/>
                  </a:ext>
                </a:extLst>
              </p:cNvPr>
              <p:cNvGraphicFramePr>
                <a:graphicFrameLocks noGrp="1"/>
              </p:cNvGraphicFramePr>
              <p:nvPr>
                <p:ph idx="1"/>
                <p:extLst>
                  <p:ext uri="{D42A27DB-BD31-4B8C-83A1-F6EECF244321}">
                    <p14:modId xmlns:p14="http://schemas.microsoft.com/office/powerpoint/2010/main" val="1812072796"/>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Validation</a:t>
            </a:r>
          </a:p>
        </p:txBody>
      </p:sp>
      <p:sp>
        <p:nvSpPr>
          <p:cNvPr id="3" name="Content Placeholder 2"/>
          <p:cNvSpPr>
            <a:spLocks noGrp="1"/>
          </p:cNvSpPr>
          <p:nvPr>
            <p:ph idx="1"/>
          </p:nvPr>
        </p:nvSpPr>
        <p:spPr>
          <a:xfrm>
            <a:off x="4877368" y="649480"/>
            <a:ext cx="3646835" cy="5546047"/>
          </a:xfrm>
        </p:spPr>
        <p:txBody>
          <a:bodyPr anchor="ctr">
            <a:normAutofit/>
          </a:bodyPr>
          <a:lstStyle/>
          <a:p>
            <a:r>
              <a:rPr lang="en-US" sz="1700" dirty="0"/>
              <a:t>25W light bulb was used</a:t>
            </a:r>
          </a:p>
          <a:p>
            <a:r>
              <a:rPr lang="en-US" sz="1700" dirty="0"/>
              <a:t>Verified:</a:t>
            </a:r>
          </a:p>
          <a:p>
            <a:pPr lvl="1"/>
            <a:r>
              <a:rPr lang="en-US" sz="1700"/>
              <a:t>P ≈ VI</a:t>
            </a:r>
          </a:p>
          <a:p>
            <a:r>
              <a:rPr lang="en-US" sz="1700" dirty="0"/>
              <a:t>Observations:</a:t>
            </a:r>
          </a:p>
          <a:p>
            <a:pPr lvl="1"/>
            <a:r>
              <a:rPr lang="en-US" sz="1700"/>
              <a:t>Stable readings</a:t>
            </a:r>
          </a:p>
          <a:p>
            <a:pPr lvl="1"/>
            <a:r>
              <a:rPr lang="en-US" sz="1700"/>
              <a:t>Responsive to load</a:t>
            </a:r>
          </a:p>
        </p:txBody>
      </p:sp>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4D2FE2-E353-583B-5201-5B93360F1241}"/>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Overall Experience</a:t>
            </a:r>
          </a:p>
        </p:txBody>
      </p:sp>
      <p:sp>
        <p:nvSpPr>
          <p:cNvPr id="3" name="Content Placeholder 2">
            <a:extLst>
              <a:ext uri="{FF2B5EF4-FFF2-40B4-BE49-F238E27FC236}">
                <a16:creationId xmlns:a16="http://schemas.microsoft.com/office/drawing/2014/main" id="{35096733-96C1-7060-F698-521F057706F0}"/>
              </a:ext>
            </a:extLst>
          </p:cNvPr>
          <p:cNvSpPr>
            <a:spLocks noGrp="1"/>
          </p:cNvSpPr>
          <p:nvPr>
            <p:ph idx="1"/>
          </p:nvPr>
        </p:nvSpPr>
        <p:spPr>
          <a:xfrm>
            <a:off x="3607694" y="649480"/>
            <a:ext cx="4916510" cy="5546047"/>
          </a:xfrm>
        </p:spPr>
        <p:txBody>
          <a:bodyPr anchor="ctr">
            <a:normAutofit/>
          </a:bodyPr>
          <a:lstStyle/>
          <a:p>
            <a:pPr>
              <a:lnSpc>
                <a:spcPct val="90000"/>
              </a:lnSpc>
            </a:pPr>
            <a:r>
              <a:rPr lang="en-US" sz="1400" b="1"/>
              <a:t>Key Takeaways</a:t>
            </a:r>
            <a:endParaRPr lang="en-US" sz="1400"/>
          </a:p>
          <a:p>
            <a:pPr lvl="1">
              <a:lnSpc>
                <a:spcPct val="90000"/>
              </a:lnSpc>
            </a:pPr>
            <a:r>
              <a:rPr lang="en-US" sz="1400"/>
              <a:t>Gained hands-on experience with AC power systems </a:t>
            </a:r>
          </a:p>
          <a:p>
            <a:pPr lvl="2">
              <a:lnSpc>
                <a:spcPct val="90000"/>
              </a:lnSpc>
            </a:pPr>
            <a:r>
              <a:rPr lang="en-US" sz="1400"/>
              <a:t>Safe handling of high-voltage circuits </a:t>
            </a:r>
          </a:p>
          <a:p>
            <a:pPr lvl="1">
              <a:lnSpc>
                <a:spcPct val="90000"/>
              </a:lnSpc>
            </a:pPr>
            <a:r>
              <a:rPr lang="en-US" sz="1400"/>
              <a:t>Applied core electrical engineering principles </a:t>
            </a:r>
          </a:p>
          <a:p>
            <a:pPr lvl="2">
              <a:lnSpc>
                <a:spcPct val="90000"/>
              </a:lnSpc>
            </a:pPr>
            <a:r>
              <a:rPr lang="en-US" sz="1400"/>
              <a:t>Ohm’s Law, power calculations, signal measurement </a:t>
            </a:r>
          </a:p>
          <a:p>
            <a:pPr>
              <a:lnSpc>
                <a:spcPct val="90000"/>
              </a:lnSpc>
            </a:pPr>
            <a:r>
              <a:rPr lang="en-US" sz="1400" b="1"/>
              <a:t>Technical Skills Developed</a:t>
            </a:r>
            <a:endParaRPr lang="en-US" sz="1400"/>
          </a:p>
          <a:p>
            <a:pPr lvl="1">
              <a:lnSpc>
                <a:spcPct val="90000"/>
              </a:lnSpc>
            </a:pPr>
            <a:r>
              <a:rPr lang="en-US" sz="1400"/>
              <a:t>Embedded systems integration (ESP32 + sensors) </a:t>
            </a:r>
          </a:p>
          <a:p>
            <a:pPr lvl="1">
              <a:lnSpc>
                <a:spcPct val="90000"/>
              </a:lnSpc>
            </a:pPr>
            <a:r>
              <a:rPr lang="en-US" sz="1400"/>
              <a:t>UART communication </a:t>
            </a:r>
          </a:p>
          <a:p>
            <a:pPr lvl="1">
              <a:lnSpc>
                <a:spcPct val="90000"/>
              </a:lnSpc>
            </a:pPr>
            <a:r>
              <a:rPr lang="en-US" sz="1400"/>
              <a:t>Hardware troubleshooting and circuit validation </a:t>
            </a:r>
          </a:p>
          <a:p>
            <a:pPr>
              <a:lnSpc>
                <a:spcPct val="90000"/>
              </a:lnSpc>
            </a:pPr>
            <a:r>
              <a:rPr lang="en-US" sz="1400" b="1"/>
              <a:t>Challenges &amp; Growth</a:t>
            </a:r>
            <a:endParaRPr lang="en-US" sz="1400"/>
          </a:p>
          <a:p>
            <a:pPr lvl="1">
              <a:lnSpc>
                <a:spcPct val="90000"/>
              </a:lnSpc>
            </a:pPr>
            <a:r>
              <a:rPr lang="en-US" sz="1400"/>
              <a:t>Learned from wiring mistakes and hardware failure </a:t>
            </a:r>
          </a:p>
          <a:p>
            <a:pPr lvl="1">
              <a:lnSpc>
                <a:spcPct val="90000"/>
              </a:lnSpc>
            </a:pPr>
            <a:r>
              <a:rPr lang="en-US" sz="1400"/>
              <a:t>Improved problem-solving and debugging approach </a:t>
            </a:r>
          </a:p>
          <a:p>
            <a:pPr lvl="1">
              <a:lnSpc>
                <a:spcPct val="90000"/>
              </a:lnSpc>
            </a:pPr>
            <a:r>
              <a:rPr lang="en-US" sz="1400"/>
              <a:t>Developed better understanding of real-world systems </a:t>
            </a:r>
          </a:p>
          <a:p>
            <a:pPr>
              <a:lnSpc>
                <a:spcPct val="90000"/>
              </a:lnSpc>
            </a:pPr>
            <a:r>
              <a:rPr lang="en-US" sz="1400" b="1"/>
              <a:t>Project Impact</a:t>
            </a:r>
            <a:endParaRPr lang="en-US" sz="1400"/>
          </a:p>
          <a:p>
            <a:pPr lvl="1">
              <a:lnSpc>
                <a:spcPct val="90000"/>
              </a:lnSpc>
            </a:pPr>
            <a:r>
              <a:rPr lang="en-US" sz="1400"/>
              <a:t>Strengthened confidence in building complete systems </a:t>
            </a:r>
          </a:p>
          <a:p>
            <a:pPr lvl="1">
              <a:lnSpc>
                <a:spcPct val="90000"/>
              </a:lnSpc>
            </a:pPr>
            <a:r>
              <a:rPr lang="en-US" sz="1400"/>
              <a:t>Bridged theory and practical implementation</a:t>
            </a:r>
          </a:p>
          <a:p>
            <a:pPr>
              <a:lnSpc>
                <a:spcPct val="90000"/>
              </a:lnSpc>
            </a:pPr>
            <a:endParaRPr lang="en-US" sz="1400"/>
          </a:p>
        </p:txBody>
      </p:sp>
    </p:spTree>
    <p:extLst>
      <p:ext uri="{BB962C8B-B14F-4D97-AF65-F5344CB8AC3E}">
        <p14:creationId xmlns:p14="http://schemas.microsoft.com/office/powerpoint/2010/main" val="3249546673"/>
      </p:ext>
    </p:extLst>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Conclusion</a:t>
            </a:r>
          </a:p>
        </p:txBody>
      </p:sp>
      <p:graphicFrame>
        <p:nvGraphicFramePr>
          <p:cNvPr id="5" name="Content Placeholder 2">
            <a:extLst>
              <a:ext uri="{FF2B5EF4-FFF2-40B4-BE49-F238E27FC236}">
                <a16:creationId xmlns:a16="http://schemas.microsoft.com/office/drawing/2014/main" id="{36DC52A5-CE74-9549-D4BD-C265F2DB8712}"/>
              </a:ext>
            </a:extLst>
          </p:cNvPr>
          <p:cNvGraphicFramePr>
            <a:graphicFrameLocks noGrp="1"/>
          </p:cNvGraphicFramePr>
          <p:nvPr>
            <p:ph idx="1"/>
            <p:extLst>
              <p:ext uri="{D42A27DB-BD31-4B8C-83A1-F6EECF244321}">
                <p14:modId xmlns:p14="http://schemas.microsoft.com/office/powerpoint/2010/main" val="3282980688"/>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Future Work</a:t>
            </a:r>
          </a:p>
        </p:txBody>
      </p:sp>
      <p:graphicFrame>
        <p:nvGraphicFramePr>
          <p:cNvPr id="5" name="Content Placeholder 2">
            <a:extLst>
              <a:ext uri="{FF2B5EF4-FFF2-40B4-BE49-F238E27FC236}">
                <a16:creationId xmlns:a16="http://schemas.microsoft.com/office/drawing/2014/main" id="{27C25A02-7527-3BB2-C847-F2B517200509}"/>
              </a:ext>
            </a:extLst>
          </p:cNvPr>
          <p:cNvGraphicFramePr>
            <a:graphicFrameLocks noGrp="1"/>
          </p:cNvGraphicFramePr>
          <p:nvPr>
            <p:ph idx="1"/>
            <p:extLst>
              <p:ext uri="{D42A27DB-BD31-4B8C-83A1-F6EECF244321}">
                <p14:modId xmlns:p14="http://schemas.microsoft.com/office/powerpoint/2010/main" val="4186528396"/>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14:dur="900">
        <p14:flythrough hasBounce="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2958</TotalTime>
  <Words>1220</Words>
  <Application>Microsoft Macintosh PowerPoint</Application>
  <PresentationFormat>On-screen Show (4:3)</PresentationFormat>
  <Paragraphs>159</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Cambria Math</vt:lpstr>
      <vt:lpstr>Office Theme</vt:lpstr>
      <vt:lpstr>Smart Energy Monitoring System</vt:lpstr>
      <vt:lpstr>Project Overview</vt:lpstr>
      <vt:lpstr>Problem Statement</vt:lpstr>
      <vt:lpstr>Motivation</vt:lpstr>
      <vt:lpstr>Project Objectives</vt:lpstr>
      <vt:lpstr>Hardware Components</vt:lpstr>
      <vt:lpstr>Software Components</vt:lpstr>
      <vt:lpstr>Current Transformer</vt:lpstr>
      <vt:lpstr>Current Transformer (CT) Principle</vt:lpstr>
      <vt:lpstr>AC Voltage Measurement</vt:lpstr>
      <vt:lpstr>Power Calculation</vt:lpstr>
      <vt:lpstr>Embedded Systems</vt:lpstr>
      <vt:lpstr>UART Communication</vt:lpstr>
      <vt:lpstr>System Architecture</vt:lpstr>
      <vt:lpstr>Challenges Encountered</vt:lpstr>
      <vt:lpstr>Solutions</vt:lpstr>
      <vt:lpstr>Results</vt:lpstr>
      <vt:lpstr>Validation</vt:lpstr>
      <vt:lpstr>Overall Experience</vt:lpstr>
      <vt:lpstr>Conclusion</vt:lpstr>
      <vt:lpstr>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George, Bayli</cp:lastModifiedBy>
  <cp:revision>5</cp:revision>
  <dcterms:created xsi:type="dcterms:W3CDTF">2013-01-27T09:14:16Z</dcterms:created>
  <dcterms:modified xsi:type="dcterms:W3CDTF">2026-05-05T12:38:08Z</dcterms:modified>
  <cp:category/>
</cp:coreProperties>
</file>